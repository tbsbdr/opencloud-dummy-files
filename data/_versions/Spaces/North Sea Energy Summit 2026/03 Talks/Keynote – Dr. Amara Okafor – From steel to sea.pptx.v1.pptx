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on, pause. 'Good morning Hamburg – it's nice to give a keynote and sleep in my own bed tonight.'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fast – the audience knows what a developer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 on the day – 13 installed on 22 September. Don't promise 20 by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v-offshor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From steel to sea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Building the North Sea's next decade · Dr. Amara Okafor, CEO · North Sea Energy Summit, 22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in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portfolio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– 480 MW offshore, in construction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– 97.4 %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– solar and storage, in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Fenwick – 200 MWh battery</a:t>
            </a:r>
          </a:p>
        </p:txBody>
      </p:sp>
      <p:pic>
        <p:nvPicPr>
          <p:cNvPr id="5" name="Picture 4" descr="summit-keynote-portfolio-5d065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is happening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FID and EUR 1.1 bn financial close in February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First monopile 7 April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Substation topside 19 August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13 of 40 monopiles by mid-September</a:t>
            </a:r>
          </a:p>
        </p:txBody>
      </p:sp>
      <p:pic>
        <p:nvPicPr>
          <p:cNvPr id="5" name="Picture 4" descr="summit-keynote-monopiles-b6d9bf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Three 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Governments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Faster grid connections – Fenwick waits until 2027 for an offer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Long-term offtake like Arcturus – PPAs make projects bankable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All of us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Train people now – a turbine without a technician is a monument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“Wind is free. Building takes courage.”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Dr. Amara Okafor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From steel to sea –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r-sunris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Booth B4.210 · 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steel to sea – keynote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2026-08-10T10:00:00Z</dcterms:created>
  <dcterms:modified xsi:type="dcterms:W3CDTF">2026-08-21T10:00:00Z</dcterms:modified>
  <cp:category/>
</cp:coreProperties>
</file>