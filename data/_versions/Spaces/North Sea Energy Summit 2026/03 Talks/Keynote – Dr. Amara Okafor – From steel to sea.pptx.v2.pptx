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on, pause. 'Good morning Hamburg – it's nice to give a keynote and sleep in my own bed tonight.'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fast – the audience knows what a developer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 on the day – 13 installed on 22 September. Don't promise 20 by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cable 2 story – mention it openly, it lands well. No supplier blame.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v-offshor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From steel to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Building the North Sea's next decade · Dr. Amara Okafor, CEO · North Sea Energy Summit, 22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in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portfolio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– 480 MW offshore, in construction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– 97.4 %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– solar and storage, in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Fenwick – 200 MWh battery</a:t>
            </a:r>
          </a:p>
        </p:txBody>
      </p:sp>
      <p:pic>
        <p:nvPicPr>
          <p:cNvPr id="5" name="Picture 4" descr="summit-keynote-portfolio-5d065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is happening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FID and EUR 1.1 bn financial close in February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First monopile 7 April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Substation topside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13 of 40 monopiles by mid-September</a:t>
            </a:r>
          </a:p>
        </p:txBody>
      </p:sp>
      <p:pic>
        <p:nvPicPr>
          <p:cNvPr id="5" name="Picture 4" descr="summit-keynote-monopiles-b6d9bf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Building is harder than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Three lessons from our first offshore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1: the supply chain is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Fixed-price contracts for turbines, foundations, cables and vessel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But: one factory test failure can move a cable by eight weeks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We re-sequenced the campaign – COD 2028 unchanged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Transparency with lenders and press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2: green steel closes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15-year PPA with Arcturus Steel – 150 MW, ~590 GWh a year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Electrons from Harrow Bay into an electric arc furnace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step: a 5 MW electrolyser at the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Tomorrow's monopiles could be made of that steel</a:t>
            </a:r>
          </a:p>
        </p:txBody>
      </p:sp>
      <p:pic>
        <p:nvPicPr>
          <p:cNvPr id="5" name="Picture 4" descr="marketing-ppa-signing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3: people are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80 hires in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Powering the North: applications +66 %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Apprentices at Kestrel Ridge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Come and see us at B4.210</a:t>
            </a:r>
          </a:p>
        </p:txBody>
      </p:sp>
      <p:pic>
        <p:nvPicPr>
          <p:cNvPr id="5" name="Picture 4" descr="marketing-kv-people.jpg"/>
          <p:cNvPicPr>
            <a:picLocks noChangeAspect="1"/>
          </p:cNvPicPr>
          <p:nvPr/>
        </p:nvPicPr>
        <p:blipFill>
          <a:blip r:embed="rId2"/>
          <a:srcRect t="16790" b="1679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Three 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Governments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Faster grid connections – Fenwick waits until 2027 for an offer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Long-term offtake like Arcturus – PPAs make projects bankable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All of us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Train people now – a turbine without a technician is a monument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r-sunris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Booth B4.210 · 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steel to sea – keynote</dc:title>
  <dc:subject/>
  <dc:creator>Dr. Amara Okafor</dc:creator>
  <cp:keywords/>
  <dc:description>generated using python-pptx</dc:description>
  <cp:lastModifiedBy>Dr. Amara Okafor</cp:lastModifiedBy>
  <cp:revision>1</cp:revision>
  <dcterms:created xsi:type="dcterms:W3CDTF">2026-08-10T10:00:00Z</dcterms:created>
  <dcterms:modified xsi:type="dcterms:W3CDTF">2026-09-14T10:00:00Z</dcterms:modified>
  <cp:category/>
</cp:coreProperties>
</file>