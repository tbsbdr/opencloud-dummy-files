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Ambition approved on 19 March 2026. Revenue target assumes P50 and the price deck of January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ard-strategy-2030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Strategy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Clean power, built to last.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stand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1.1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operating capacity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900">
                <a:solidFill>
                  <a:srgbClr val="0B3C5D"/>
                </a:solidFill>
                <a:latin typeface="Arial"/>
              </a:rPr>
              <a:t>EUR 312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revenue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900">
                <a:solidFill>
                  <a:srgbClr val="0B3C5D"/>
                </a:solidFill>
                <a:latin typeface="Arial"/>
              </a:rPr>
              <a:t>EUR 148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EBITDA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1.2 Mt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CO₂ avoided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22303C"/>
                </a:solidFill>
                <a:latin typeface="Arial"/>
              </a:rPr>
              <a:t>•  450 people in Hamburg, Edinburgh and Copenhagen</a:t>
            </a:r>
          </a:p>
          <a:p>
            <a:r>
              <a:rPr b="0" sz="1500">
                <a:solidFill>
                  <a:srgbClr val="22303C"/>
                </a:solidFill>
                <a:latin typeface="Arial"/>
              </a:rPr>
              <a:t>•  Harrow Bay (480 MW) heading for FID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Our ambition for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2.5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operating capacity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900">
                <a:solidFill>
                  <a:srgbClr val="0B3C5D"/>
                </a:solidFill>
                <a:latin typeface="Arial"/>
              </a:rPr>
              <a:t>EUR 600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≥ 45 %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EBITDA margin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4.2 GW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Arial"/>
              </a:rPr>
              <a:t>Three growth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E8F6F6"/>
                </a:solidFill>
                <a:latin typeface="Arial"/>
              </a:rPr>
              <a:t>Offshore wind · Solar &amp; storage · Flexibility &amp; hydrogen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Pipeline of 4.2 GW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Offshore wind: 2.1 GW – Harrow Bay (0.48 GW, in construction) and two North Sea follow-on sites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Solar PV: 0.9 GW – Millbrook 85 MWp plus 11 sites in England, Denmark and northern Germany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Onshore wind and repowering: 0.6 GW – Repowering of German onshore fleet, Scottish extensions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Battery storage: 0.5 GW – Fenwick 100 MW / 200 MWh and co-located BESS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Green hydrogen and flexibility: 0.1 GW – 5 MW Port of Eastholm pilot, scale-up option with Arcturus Steel</a:t>
            </a:r>
          </a:p>
        </p:txBody>
      </p:sp>
      <p:pic>
        <p:nvPicPr>
          <p:cNvPr id="5" name="Picture 4" descr="board-pipeline-gw-fe5d1d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Growth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Harrow Bay COD mid-2028 adds 480 MW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Millbrook and Fenwick from 2028/29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Repowering and follow-on offshore sites by 2030</a:t>
            </a:r>
          </a:p>
        </p:txBody>
      </p:sp>
      <p:pic>
        <p:nvPicPr>
          <p:cNvPr id="5" name="Picture 4" descr="board-ambition-2030-bd37c4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Open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Hydrogen: pilot only or scale-up ambition?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How much merchant exposure do we accept?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Capital recycling vs. new equity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Target for 2030: 2.3 or 2.5 GW?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Strategy 2030 – Clean power, built to last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Strategy 2030 – Clean power, built to last</dc:title>
  <dc:subject/>
  <dc:creator>Dr. Amara Okafor</dc:creator>
  <cp:keywords/>
  <dc:description>generated using python-pptx</dc:description>
  <cp:lastModifiedBy>Dr. Amara Okafor</cp:lastModifiedBy>
  <cp:revision>1</cp:revision>
  <dcterms:created xsi:type="dcterms:W3CDTF">2026-01-08T10:00:00Z</dcterms:created>
  <dcterms:modified xsi:type="dcterms:W3CDTF">2026-01-20T10:00:00Z</dcterms:modified>
  <cp:category/>
</cp:coreProperties>
</file>