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Layout 1 – Title with photo. Pick a calm photo from Photography/Examples; the Deep Sea overlay keeps the text readable.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Layout 3 – Content. Up to six bullets, 18 pt. More than six? Split the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Layout 2 – Section divider in Teal.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rand-cover.jpg"/>
          <p:cNvPicPr>
            <a:picLocks noChangeAspect="1"/>
          </p:cNvPicPr>
          <p:nvPr/>
        </p:nvPicPr>
        <p:blipFill>
          <a:blip r:embed="rId2"/>
          <a:srcRect l="1" r="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5D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2377440"/>
            <a:ext cx="1097280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5603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FFFFFF"/>
                </a:solidFill>
                <a:latin typeface="Arial"/>
              </a:rPr>
              <a:t>Presentation title in up to two lines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2000">
                <a:solidFill>
                  <a:srgbClr val="DCEBF0"/>
                </a:solidFill>
                <a:latin typeface="Arial"/>
              </a:rPr>
              <a:t>Subtitle · Event or audience · Date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48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FFFFFF"/>
                </a:solidFill>
                <a:latin typeface="Arial"/>
              </a:rPr>
              <a:t>WEYLAND ENERGY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Topic one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Topic two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Topic three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Questions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Presentation template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65176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600">
                <a:solidFill>
                  <a:srgbClr val="FFFFFF"/>
                </a:solidFill>
                <a:latin typeface="Arial"/>
              </a:rPr>
              <a:t>Section title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8404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E8F6F6"/>
                </a:solidFill>
                <a:latin typeface="Arial"/>
              </a:rPr>
              <a:t>Optional one-line description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377440"/>
            <a:ext cx="1097280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FFFFFF"/>
                </a:solidFill>
                <a:latin typeface="Arial"/>
              </a:rPr>
              <a:t>Clean power, built to last.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2000">
                <a:solidFill>
                  <a:srgbClr val="DCEBF0"/>
                </a:solidFill>
                <a:latin typeface="Arial"/>
              </a:rPr>
              <a:t>Name · e-mail · weyland-energy.example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FFFFFF"/>
                </a:solidFill>
                <a:latin typeface="Arial"/>
              </a:rPr>
              <a:t>WEYLAND ENERGY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template</dc:title>
  <dc:subject/>
  <dc:creator>Noah Fischer</dc:creator>
  <cp:keywords/>
  <dc:description>generated using python-pptx</dc:description>
  <cp:lastModifiedBy>Noah Fischer</cp:lastModifiedBy>
  <cp:revision>1</cp:revision>
  <dcterms:created xsi:type="dcterms:W3CDTF">2024-09-03T10:00:00Z</dcterms:created>
  <dcterms:modified xsi:type="dcterms:W3CDTF">2024-09-03T10:00:00Z</dcterms:modified>
  <cp:category/>
</cp:coreProperties>
</file>