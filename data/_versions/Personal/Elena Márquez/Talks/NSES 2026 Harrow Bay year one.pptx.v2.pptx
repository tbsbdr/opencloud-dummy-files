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go into the exact numbers vs. baseline – public audience. Say 'a stormy September'.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story of the banksman. Keep it human. 2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foundations-sunrise.jpg"/>
          <p:cNvPicPr>
            <a:picLocks noChangeAspect="1"/>
          </p:cNvPicPr>
          <p:nvPr/>
        </p:nvPicPr>
        <p:blipFill>
          <a:blip r:embed="rId2"/>
          <a:srcRect l="11906" r="11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Building Harrow Bay: lessons from 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North Sea Energy Summit 2026 · Hamburg · Elena Márquez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in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MW – 40 × 12 MW turbines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TWh per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700">
                <a:solidFill>
                  <a:srgbClr val="0B3C5D"/>
                </a:solidFill>
                <a:latin typeface="Arial"/>
              </a:rPr>
              <a:t>520,000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homes equivalent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commercial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Construction start 7 April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Offshore substation topside installed 19 August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Foundations: weather, weather, weather</a:t>
            </a:r>
          </a:p>
        </p:txBody>
      </p:sp>
      <p:pic>
        <p:nvPicPr>
          <p:cNvPr id="5" name="Picture 4" descr="elena-marquez-talk-progress-aca096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1 – Noise is a design 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Double bubble curtain on every pile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One exceedance at pile 4 → hammer energy cap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Marine mammal monitoring data shared openly with our ecologists</a:t>
            </a:r>
          </a:p>
        </p:txBody>
      </p:sp>
      <p:pic>
        <p:nvPicPr>
          <p:cNvPr id="5" name="Picture 4" descr="harrow-bay-bubble-curtain.jpg"/>
          <p:cNvPicPr>
            <a:picLocks noChangeAspect="1"/>
          </p:cNvPicPr>
          <p:nvPr/>
        </p:nvPicPr>
        <p:blipFill>
          <a:blip r:embed="rId2"/>
          <a:srcRect t="5720" b="572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2 – Small things 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 2.8 kg shackle pin fell 18 m on our vessel in June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Nobody hurt – because people stood outside the drop zone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Now: secondary retention checked every single lift</a:t>
            </a:r>
          </a:p>
        </p:txBody>
      </p:sp>
      <p:pic>
        <p:nvPicPr>
          <p:cNvPr id="5" name="Picture 4" descr="harrow-bay-deck-lifting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Lesson 3 – Plan for the supply chain to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 factory test failure can move a cable by 8 weeks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Resequencing beats waiting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Keep two lay sequences ready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Building Harrow Bay – lessons from year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rrow-bay-piling.jpg"/>
          <p:cNvPicPr>
            <a:picLocks noChangeAspect="1"/>
          </p:cNvPicPr>
          <p:nvPr/>
        </p:nvPicPr>
        <p:blipFill>
          <a:blip r:embed="rId2"/>
          <a:srcRect t="7801" b="78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elena.marquez@weyland-energy.example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Harrow Bay – lessons from year one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2026-09-01T10:00:00Z</dcterms:created>
  <dcterms:modified xsi:type="dcterms:W3CDTF">2026-09-16T10:00:00Z</dcterms:modified>
  <cp:category/>
</cp:coreProperties>
</file>