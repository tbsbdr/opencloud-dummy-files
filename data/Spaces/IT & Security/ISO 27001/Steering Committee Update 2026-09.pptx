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Priya confirms DPA is final; Jonas to sign the subscription once the board approves.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t-server-room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ISO 27001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Steering committee · 29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Q2 certification target – on track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68 %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controls implemented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100 %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MFA 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61 %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phishing report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ISO 27001 Steering Committee – September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Progress by workstream</a:t>
            </a:r>
          </a:p>
        </p:txBody>
      </p:sp>
      <p:pic>
        <p:nvPicPr>
          <p:cNvPr id="4" name="Picture 3" descr="it-iso-progress-c073f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47" y="1645920"/>
            <a:ext cx="80010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ISO 27001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Highlights since June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Privileged access management live (tiered admin accounts)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Quarterly restore test passed – 4 h 10 min for the full Finance share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Certification body selected: NordCert GmbH (stage 1 in March 2027)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File services migration pilot (IT, HR, Handbook) completed successfully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ISO 27001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Risks and issues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OT firewall delivery for Kestrel Ridge delayed 4 weeks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Control 8.22 late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Interim ACLs, install 27 Nov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Supplier questionnaires: 7 of 24 outstanding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5.19–5.22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Escalation via 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Workload IT team during migration waves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Documentation backlog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Northlight support days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ISO 27001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Decisions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Approve OpenCloud enterprise support subscription (WE-CON-2026-029)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Nominate department ISMS champions (one per department)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internal audit dates 16 Nov 2026 – 29 Jan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ISO 27001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Katarzyna Nowak · IT &amp; Security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27001 Steering Committee – September 2026</dc:title>
  <dc:subject/>
  <dc:creator>Katarzyna Nowak</dc:creator>
  <cp:keywords/>
  <dc:description>generated using python-pptx</dc:description>
  <cp:lastModifiedBy>Katarzyna Nowak</cp:lastModifiedBy>
  <cp:revision>1</cp:revision>
  <dcterms:created xsi:type="dcterms:W3CDTF">2026-09-24T10:00:00Z</dcterms:created>
  <dcterms:modified xsi:type="dcterms:W3CDTF">2026-09-29T10:00:00Z</dcterms:modified>
  <cp:category/>
</cp:coreProperties>
</file>