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1 – Title with photo. Pick a calm photo from Photography/Examples; the Deep Sea overlay keeps the text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3 – Content. Up to six bullets, 18 pt. More than six? Split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2 – Section divider in Teal.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4 – Content with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5 – KPI tiles. Use approved figures only – see Annual Report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6 – Table. Max. 8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8 – Full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d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Presentation title in up to two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Subtitle · Event or audience ·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Topic one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Topic two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Topic three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Presentation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Optional one-line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Text and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Three to five short bullets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One idea per bullet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Picture on the right half</a:t>
            </a:r>
          </a:p>
        </p:txBody>
      </p:sp>
      <p:pic>
        <p:nvPicPr>
          <p:cNvPr id="5" name="Picture 4" descr="brand-photo-landscape-hikers.jpg"/>
          <p:cNvPicPr>
            <a:picLocks noChangeAspect="1"/>
          </p:cNvPicPr>
          <p:nvPr/>
        </p:nvPicPr>
        <p:blipFill>
          <a:blip r:embed="rId2"/>
          <a:srcRect l="18242" r="18242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Presentation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Key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480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Harrow Bay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in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97.4 %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Kestrel Ridge availability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Presentation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Table layout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Offshore wind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480 MW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Construction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Kestrel 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Onshore 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75.6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Millbrook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Solar &amp; storage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85 MWp + 40 MWh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Permitting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Fenwick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Battery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100 MW / 200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Presentation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“A quote that matters, in one or two lines.”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Name,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Presentation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d-photo-offshore-golden.jpg"/>
          <p:cNvPicPr>
            <a:picLocks noChangeAspect="1"/>
          </p:cNvPicPr>
          <p:nvPr/>
        </p:nvPicPr>
        <p:blipFill>
          <a:blip r:embed="rId2"/>
          <a:srcRect t="7801" b="78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Full-bleed photo with caption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Caption: place,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Name · e-mail · weyland-energy.example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2024-09-03T10:00:00Z</dcterms:created>
  <dcterms:modified xsi:type="dcterms:W3CDTF">2026-01-22T10:00:00Z</dcterms:modified>
  <cp:category/>
</cp:coreProperties>
</file>