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tracker-referenc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Solar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Public consultation #2 · 20 May 2026 · Millbrook Village 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The proposal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MWp solar on trackers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MWh battery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~26k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homes powered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community fund per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Solar &amp; Storage – Consultation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You said – we did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You said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We did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Glare into homes on Mill Lane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Independent study + 3 m hedgerow screen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Lorries on Mill 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Haul road from the B4127 being designed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Skylarks nest here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Breeding bird survey under way, skylark plots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Keep the footpath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FP14 corridor 30 m, field 7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Solar &amp; Storage – Consultation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vp1-proposed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Footpath FP14 – what you will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DCEBF0"/>
                </a:solidFill>
                <a:latin typeface="Arial"/>
              </a:rPr>
              <a:t>Photomontage year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Nature: +20 % biodiversity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2.4 km new hedgerow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12.8 ha wildflower margins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Skylark plots on retained arable land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Sheep grazing under the panels</a:t>
            </a:r>
          </a:p>
        </p:txBody>
      </p:sp>
      <p:pic>
        <p:nvPicPr>
          <p:cNvPr id="5" name="Picture 4" descr="millbrook-skylark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Solar &amp; Storage – Consultation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June 2026: planning application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Early 2027: council decision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2027–2028: construction (12 months)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Late 2028: first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Solar &amp; Storage – Consultation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lbrook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Tell us what you think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Feedback form or online until 10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Solar &amp; Storage – Consultation 2</dc:title>
  <dc:subject/>
  <dc:creator>Tom Berger</dc:creator>
  <cp:keywords/>
  <dc:description>generated using python-pptx</dc:description>
  <cp:lastModifiedBy>Tom Berger</cp:lastModifiedBy>
  <cp:revision>1</cp:revision>
  <dcterms:created xsi:type="dcterms:W3CDTF">2026-05-04T10:00:00Z</dcterms:created>
  <dcterms:modified xsi:type="dcterms:W3CDTF">2026-05-18T10:00:00Z</dcterms:modified>
  <cp:category/>
</cp:coreProperties>
</file>