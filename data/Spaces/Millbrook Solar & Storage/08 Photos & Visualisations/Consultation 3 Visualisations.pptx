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questions from the cottage residents – Liam has the glare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vp6-proposed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What Millbrook Solar &amp; Storage will look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Public consultation #3 · 16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vp1-existing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Viewpoint 1 – footpath FP14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Winter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vp1-proposed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Viewpoint 1 – year 15 with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30 m corridor, wildflower margins, church view kept open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vp3-proposed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Viewpoint 3 – Mill Lane Cottages, year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3 m native hedgerow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vp6-proposed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Viewpoint 6 – Beacon Hill, year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How we got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 A: 94.2 MWp → Rev C: 85.0 MWp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Field 7 removed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FP14 corridor doubled to 30 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50 m setback from Mill Lane</a:t>
            </a:r>
          </a:p>
        </p:txBody>
      </p:sp>
      <p:pic>
        <p:nvPicPr>
          <p:cNvPr id="5" name="Picture 4" descr="millbrook-chart-layout-revs-41985c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– what it will look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footpath-walkers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Feedback until 30 September · millbrook@weyland-energy.example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– what it will look like</dc:title>
  <dc:subject/>
  <dc:creator>Tom Berger</dc:creator>
  <cp:keywords/>
  <dc:description>generated using python-pptx</dc:description>
  <cp:lastModifiedBy>Tom Berger</cp:lastModifiedBy>
  <cp:revision>1</cp:revision>
  <dcterms:created xsi:type="dcterms:W3CDTF">2026-09-07T10:00:00Z</dcterms:created>
  <dcterms:modified xsi:type="dcterms:W3CDTF">2026-09-14T10:00:00Z</dcterms:modified>
  <cp:category/>
</cp:coreProperties>
</file>