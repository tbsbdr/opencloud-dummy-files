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of voice just below target – the cable delay story in July pushed coverage of peers up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ing-kv-people.jpg"/>
          <p:cNvPicPr>
            <a:picLocks noChangeAspect="1"/>
          </p:cNvPicPr>
          <p:nvPr/>
        </p:nvPicPr>
        <p:blipFill>
          <a:blip r:embed="rId2"/>
          <a:srcRect t="28906" b="2890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Powering the North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June–September 2026 · Leadership meeting, 6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Headline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5.2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impressions (target 4.5 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1,145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applications (target 1,000)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LinkedIn engagement (target 4.0 %)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share of voice (target 18 %)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–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Reach by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LinkedIn paid outperformed (+12 %)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DOOH on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Podcast under-delivered – downloads not verifiable</a:t>
            </a:r>
          </a:p>
        </p:txBody>
      </p:sp>
      <p:pic>
        <p:nvPicPr>
          <p:cNvPr id="5" name="Picture 4" descr="marketing-ptn-reach-bdc1f8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–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+66 % vs. Jun–Sep 2025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Peak in July after DOOH flight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September boosted by summit</a:t>
            </a:r>
          </a:p>
        </p:txBody>
      </p:sp>
      <p:pic>
        <p:nvPicPr>
          <p:cNvPr id="5" name="Picture 4" descr="marketing-ptn-applications-69c82a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–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Awareness survey (September)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Feb 2026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Sep 2026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Hamburg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9 %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21 %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Edinburgh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Copenhagen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4 %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9 %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EUR 240,000 approved, EUR 230,600 committed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EUR 9,400 contingency returned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Cost per application EUR 201 (2025 job ads: EUR 340)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Continue in 2027 with EUR 260k, add Copenhagen DOOH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Drop podcast sponsorship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New key visual once first turbines are installed (spring 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Powering the North –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Powering the North – results</dc:title>
  <dc:subject/>
  <dc:creator>Noah Fischer</dc:creator>
  <cp:keywords/>
  <dc:description>generated using python-pptx</dc:description>
  <cp:lastModifiedBy>Noah Fischer</cp:lastModifiedBy>
  <cp:revision>1</cp:revision>
  <dcterms:created xsi:type="dcterms:W3CDTF">2026-09-28T10:00:00Z</dcterms:created>
  <dcterms:modified xsi:type="dcterms:W3CDTF">2026-10-02T10:00:00Z</dcterms:modified>
  <cp:category/>
</cp:coreProperties>
</file>