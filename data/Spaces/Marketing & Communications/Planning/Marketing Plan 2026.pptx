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eting-kr-sunrise.jpg"/>
          <p:cNvPicPr>
            <a:picLocks noChangeAspect="1"/>
          </p:cNvPicPr>
          <p:nvPr/>
        </p:nvPicPr>
        <p:blipFill>
          <a:blip r:embed="rId2"/>
          <a:srcRect l="11893" r="1189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Marketing &amp; Communications plan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Leadership meeting, 12 December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B3C5D"/>
                </a:solidFill>
                <a:latin typeface="Arial"/>
              </a:rPr>
              <a:t>“The year we show we can build – and find the people to do it.”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600">
                <a:solidFill>
                  <a:srgbClr val="1FA2A6"/>
                </a:solidFill>
                <a:latin typeface="Arial"/>
              </a:rPr>
              <a:t>— Noah Fischer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Marketing &amp; Communications plan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Harrow Bay milestones: FID, first monopile, substation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Employer brand campaign (later: Powering the North)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Millbrook – support the planning process, no paid media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North Sea Energy Summit in Hamburg, September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Website relaunch by June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Marketing &amp; Communications plan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Budget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€633k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total budget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38 %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employer campaign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29 %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summit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FTE + agency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Marketing &amp; Communications plan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Noah Fischer – lead, press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Leah Goldberg – content &amp; social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Ravi Shah – design, photo, video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Agency: Fjord &amp; Harbour Creative (campaign), freelance photographers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Marketing &amp; Communications plan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Clean power, built to last.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&amp; Communications plan 2026</dc:title>
  <dc:subject/>
  <dc:creator>Noah Fischer</dc:creator>
  <cp:keywords/>
  <dc:description>generated using python-pptx</dc:description>
  <cp:lastModifiedBy>Noah Fischer</cp:lastModifiedBy>
  <cp:revision>1</cp:revision>
  <dcterms:created xsi:type="dcterms:W3CDTF">2025-11-20T10:00:00Z</dcterms:created>
  <dcterms:modified xsi:type="dcterms:W3CDTF">2025-12-12T10:00:00Z</dcterms:modified>
  <cp:category/>
</cp:coreProperties>
</file>