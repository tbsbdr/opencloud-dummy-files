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ran 1–19 June 2026, anonymous, results only for groups of 7+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Workload comments mention the cable delay and weekend work during monopile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r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Engagement Survey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Results for the leadership team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Participation and headline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81 %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response rate (358 of 442)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engagement index (+2)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+24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eNPS (2025: +19)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88 %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feel safe to stop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Scores by category</a:t>
            </a:r>
          </a:p>
        </p:txBody>
      </p:sp>
      <p:pic>
        <p:nvPicPr>
          <p:cNvPr id="4" name="Picture 3" descr="hr-engagement-categories-615fa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47" y="1645920"/>
            <a:ext cx="80010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people value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Purpose: 86 % are proud of what Weyland does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Safety culture is strong – especially offshore and at Kestrel Ridge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Colleagues: 'people help each other across offices'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need to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Workload (55 %, −3): Harrow Bay team and Legal under pressure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Growth: unclear career paths for technicians and engineers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Collaboration between Hamburg and Edinburgh on project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Engagement index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1FA2A6"/>
                </a:solidFill>
                <a:latin typeface="Arial"/>
              </a:rPr>
              <a:t>Company target 2026: 72</a:t>
            </a:r>
          </a:p>
        </p:txBody>
      </p:sp>
      <p:pic>
        <p:nvPicPr>
          <p:cNvPr id="5" name="Picture 4" descr="hr-engagement-departments-fd25b6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47" y="1645920"/>
            <a:ext cx="8001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“I know why my work matters – I just wish I had one meeting less per day.”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Engineer, Copenhagen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Proposed company-wide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Due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Technician career path (T1–T4) incl. pay steps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Julia Hoffmann / David Chen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Dec 2026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Meeting-free Friday mornings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Executive 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from Sep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resourcing review (+4 FTE)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Elena Márquez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Oct 2026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Cross-office project days twice a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Julia Hoffmann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Nov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Department results to all managers by 15 July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Team workshops until 30 September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Action plans in the HR space by 30 November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Pulse check in January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2026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Questions: Julia Hoffmann, HR Business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Engagement Survey 2026 – Results</dc:title>
  <dc:subject/>
  <dc:creator>Julia Hoffmann</dc:creator>
  <cp:keywords/>
  <dc:description>generated using python-pptx</dc:description>
  <cp:lastModifiedBy>Julia Hoffmann</cp:lastModifiedBy>
  <cp:revision>1</cp:revision>
  <dcterms:created xsi:type="dcterms:W3CDTF">2026-06-29T10:00:00Z</dcterms:created>
  <dcterms:modified xsi:type="dcterms:W3CDTF">2026-07-09T10:00:00Z</dcterms:modified>
  <cp:category/>
</cp:coreProperties>
</file>