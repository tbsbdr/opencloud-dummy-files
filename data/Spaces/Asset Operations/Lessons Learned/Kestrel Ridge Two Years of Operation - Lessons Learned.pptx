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Elena asked for this slide specifically – link to the O&amp;M readiness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strel-ridge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Kestrel Ridge – two years of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Lessons learned for the fleet and for Harrow Bay · Lunch &amp; Learn,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The asset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700">
                <a:solidFill>
                  <a:srgbClr val="0B3C5D"/>
                </a:solidFill>
                <a:latin typeface="Arial"/>
              </a:rPr>
              <a:t>75.6 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18 × 4.2 MW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206.6 GWh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Generation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97.4 %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Availability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31.2 %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Capacity factor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Two Years of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Availability since COD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Teething issues in the first 3 months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Stable above target through 2025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January 2026: T-07 gearbox</a:t>
            </a:r>
          </a:p>
        </p:txBody>
      </p:sp>
      <p:pic>
        <p:nvPicPr>
          <p:cNvPr id="5" name="Picture 4" descr="operations-kestrel-availability-trend-d6ba13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Two Years of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1: own your condition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Generic CMS thresholds missed the T-07 bearing failure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Retuned thresholds would have warned 6 weeks earlier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Same method found T-12 early – saved a crane lift</a:t>
            </a:r>
          </a:p>
        </p:txBody>
      </p:sp>
      <p:pic>
        <p:nvPicPr>
          <p:cNvPr id="5" name="Picture 4" descr="operations-drone-inspection.jpg"/>
          <p:cNvPicPr>
            <a:picLocks noChangeAspect="1"/>
          </p:cNvPicPr>
          <p:nvPr/>
        </p:nvPicPr>
        <p:blipFill>
          <a:blip r:embed="rId2"/>
          <a:srcRect l="12361" r="12361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Two Years of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B3C5D"/>
                </a:solidFill>
                <a:latin typeface="Arial"/>
              </a:rPr>
              <a:t>“The bearing told us in November. We just weren't listening.”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>
                <a:solidFill>
                  <a:srgbClr val="1FA2A6"/>
                </a:solidFill>
                <a:latin typeface="Arial"/>
              </a:rPr>
              <a:t>— Stuart Laidlaw, Highline Wind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Two Years of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3: plan the big lifts before you need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Crane framework and gearbox pool access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Winter-proof crane pads and tracks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Target: 18 days failure-to-power in winter</a:t>
            </a:r>
          </a:p>
        </p:txBody>
      </p:sp>
      <p:pic>
        <p:nvPicPr>
          <p:cNvPr id="5" name="Picture 4" descr="kestrel-ridge-gearbox-lift.jpg"/>
          <p:cNvPicPr>
            <a:picLocks noChangeAspect="1"/>
          </p:cNvPicPr>
          <p:nvPr/>
        </p:nvPicPr>
        <p:blipFill>
          <a:blip r:embed="rId2"/>
          <a:srcRect l="12361" r="12361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Two Years of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4: community details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Shadow flicker modules must keep exact time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Landowner relationships carried us through the T-07 lift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Ice beacons on the public footpath – no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Two Years of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What this means for Harrow Bay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Data access and CMS thresholds in the handover criteria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Capital spares and pool agreements before COD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Vessel and jack-up access plan for major components</a:t>
            </a:r>
          </a:p>
        </p:txBody>
      </p:sp>
      <p:pic>
        <p:nvPicPr>
          <p:cNvPr id="5" name="Picture 4" descr="operations-ctv.jpg"/>
          <p:cNvPicPr>
            <a:picLocks noChangeAspect="1"/>
          </p:cNvPicPr>
          <p:nvPr/>
        </p:nvPicPr>
        <p:blipFill>
          <a:blip r:embed="rId2"/>
          <a:srcRect l="18242" r="18242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– Two Years of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David Chen · Ben Okoye · Sara Lindgren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Kestrel Ridge – Two Years of Operation</dc:title>
  <dc:subject/>
  <dc:creator>David Chen</dc:creator>
  <cp:keywords/>
  <dc:description>generated using python-pptx</dc:description>
  <cp:lastModifiedBy>David Chen</cp:lastModifiedBy>
  <cp:revision>1</cp:revision>
  <dcterms:created xsi:type="dcterms:W3CDTF">2026-04-08T10:00:00Z</dcterms:created>
  <dcterms:modified xsi:type="dcterms:W3CDTF">2026-04-22T10:00:00Z</dcterms:modified>
  <cp:category/>
</cp:coreProperties>
</file>