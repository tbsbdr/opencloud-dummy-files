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on, pause. 'Good morning Hamburg – it's nice to give a keynote and sleep in my own bed tonight.'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fast – the audience knows what a developer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number on the day – 13 installed on 22 September. Don't promise 20 by October.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cable 2 story – mention it openly, it lands well. No supplier blame.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eting-kv-offshore.jpg"/>
          <p:cNvPicPr>
            <a:picLocks noChangeAspect="1"/>
          </p:cNvPicPr>
          <p:nvPr/>
        </p:nvPicPr>
        <p:blipFill>
          <a:blip r:embed="rId2"/>
          <a:srcRect l="11893" r="1189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From steel to sea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Building the North Sea's next decade · Dr. Amara Okafor, CEO · North Sea Energy Summit, 22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Weyland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1.1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in 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4.2 GW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1.2 Mt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CO₂ avoided in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people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Our portfolio in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Harrow Bay – 480 MW offshore, in construction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Kestrel Ridge – 97.4 %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Millbrook – solar and storage, in planning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Fenwick – 200 MWh battery</a:t>
            </a:r>
          </a:p>
        </p:txBody>
      </p:sp>
      <p:pic>
        <p:nvPicPr>
          <p:cNvPr id="5" name="Picture 4" descr="summit-keynote-portfolio-5d0651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Harrow Bay is happening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FID and EUR 1.1 bn financial close in February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First monopile 7 April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Substation topside 19 August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13 of 40 monopiles by mid-September</a:t>
            </a:r>
          </a:p>
        </p:txBody>
      </p:sp>
      <p:pic>
        <p:nvPicPr>
          <p:cNvPr id="5" name="Picture 4" descr="summit-keynote-monopiles-b6d9bf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Arial"/>
              </a:rPr>
              <a:t>Building is harder than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E8F6F6"/>
                </a:solidFill>
                <a:latin typeface="Arial"/>
              </a:rPr>
              <a:t>Three lessons from our first offshore 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Lesson 1: the supply chain is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Fixed-price contracts for turbines, foundations, cables and vessel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But: one factory test failure can move a cable by eight weeks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We re-sequenced the campaign – COD 2028 unchanged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Transparency with lenders and press from day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Lesson 2: green steel closes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15-year PPA with Arcturus Steel – 150 MW, ~590 GWh a year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Electrons from Harrow Bay into an electric arc furnace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step: a 5 MW electrolyser at the Port of Eastholm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Tomorrow's monopiles could be made of that steel</a:t>
            </a:r>
          </a:p>
        </p:txBody>
      </p:sp>
      <p:pic>
        <p:nvPicPr>
          <p:cNvPr id="5" name="Picture 4" descr="marketing-ppa-signing.jpg"/>
          <p:cNvPicPr>
            <a:picLocks noChangeAspect="1"/>
          </p:cNvPicPr>
          <p:nvPr/>
        </p:nvPicPr>
        <p:blipFill>
          <a:blip r:embed="rId2"/>
          <a:srcRect l="12370" r="12370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Lesson 3: people are the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80 hires in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Powering the North: applications +66 %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Apprentices at Kestrel Ridge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Come and see us at B4.210</a:t>
            </a:r>
          </a:p>
        </p:txBody>
      </p:sp>
      <p:pic>
        <p:nvPicPr>
          <p:cNvPr id="5" name="Picture 4" descr="marketing-kv-people.jpg"/>
          <p:cNvPicPr>
            <a:picLocks noChangeAspect="1"/>
          </p:cNvPicPr>
          <p:nvPr/>
        </p:nvPicPr>
        <p:blipFill>
          <a:blip r:embed="rId2"/>
          <a:srcRect t="16790" b="16790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Three asks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To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Governments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Faster grid connections – Fenwick waits until 2027 for an offer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Industry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Long-term offtake like Arcturus – PPAs make projects bankable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All of us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Train people now – a turbine without a technician is a monument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B3C5D"/>
                </a:solidFill>
                <a:latin typeface="Arial"/>
              </a:rPr>
              <a:t>“Wind is free. Building takes courage.”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>
                <a:solidFill>
                  <a:srgbClr val="1FA2A6"/>
                </a:solidFill>
                <a:latin typeface="Arial"/>
              </a:rPr>
              <a:t>— Dr. Amara Okafor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eting-kr-sunrise.jpg"/>
          <p:cNvPicPr>
            <a:picLocks noChangeAspect="1"/>
          </p:cNvPicPr>
          <p:nvPr/>
        </p:nvPicPr>
        <p:blipFill>
          <a:blip r:embed="rId2"/>
          <a:srcRect l="11893" r="1189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Clean power, built to last.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Booth B4.210 · weyland-energy.example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steel to sea – keynote</dc:title>
  <dc:subject/>
  <dc:creator>Noah Fischer</dc:creator>
  <cp:keywords/>
  <dc:description>generated using python-pptx</dc:description>
  <cp:lastModifiedBy>Noah Fischer</cp:lastModifiedBy>
  <cp:revision>1</cp:revision>
  <dcterms:created xsi:type="dcterms:W3CDTF">2026-08-10T10:00:00Z</dcterms:created>
  <dcterms:modified xsi:type="dcterms:W3CDTF">2026-09-21T21:40:00Z</dcterms:modified>
  <cp:category/>
</cp:coreProperties>
</file>