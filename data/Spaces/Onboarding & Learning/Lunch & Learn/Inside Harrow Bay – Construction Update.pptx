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Inside Harrow Bay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Lunch &amp; Learn · Elena Márquez · 10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The project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MW – 40 × Halden HTS-12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EUR bn capex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62 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per export cable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520k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homes powered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Inside Harrow Bay – construction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First monopile installed on 7 April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Offshore substation topside installed on 19 August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Monopile campaign ongoing with MV Sea Atlas – 13 of 40 installed by early September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Export cable 2: 8-week delivery delay (HB-RISK-017) – cable lay re-sequenced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Inside Harrow Bay – construction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Protecting marine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Bubble curtains during every piling operation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Marine mammal observers and acoustic monitoring with Marlow Ecology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Piling paused during seasonal restrictions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Inside Harrow Bay – construction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What comes next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First turbine installation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 March 2027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First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30 September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Commercial operation (COD)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30 June 2028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Inside Harrow Bay – construction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Want to visit Port of Eastholm? Ask Ingrid Solberg.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Harrow Bay – construction update</dc:title>
  <dc:subject/>
  <dc:creator>Elena Márquez</dc:creator>
  <cp:keywords/>
  <dc:description>generated using python-pptx</dc:description>
  <cp:lastModifiedBy>Elena Márquez</cp:lastModifiedBy>
  <cp:revision>1</cp:revision>
  <dcterms:created xsi:type="dcterms:W3CDTF">2026-09-01T10:00:00Z</dcterms:created>
  <dcterms:modified xsi:type="dcterms:W3CDTF">2026-09-10T10:00:00Z</dcterms:modified>
  <cp:category/>
</cp:coreProperties>
</file>