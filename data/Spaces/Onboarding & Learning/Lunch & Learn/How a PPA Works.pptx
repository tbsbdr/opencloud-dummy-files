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numbers only – the real Arcturus price is confidential.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How a PPA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Lunch &amp; Learn · Priya Nair &amp; Marcus Bell · 4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B3C5D"/>
                </a:solidFill>
                <a:latin typeface="Arial"/>
              </a:rPr>
              <a:t>“A long-term promise: we deliver green power, you pay a fixed price.”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>
                <a:solidFill>
                  <a:srgbClr val="1FA2A6"/>
                </a:solidFill>
                <a:latin typeface="Arial"/>
              </a:rPr>
              <a:t>— Priya Nair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Why both sides want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Generator (us)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Buyer (e.g. Arcturus Steel)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Predictable revenue – banks lend against it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Predictable energy cost for 10–15 years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Lower cost of capital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Proof of green power (guarantees of origin)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Less exposure to market price swings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Decarbonises products – green steel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Fixed price vs. market price</a:t>
            </a:r>
          </a:p>
        </p:txBody>
      </p:sp>
      <p:pic>
        <p:nvPicPr>
          <p:cNvPr id="4" name="Picture 3" descr="onboarding-ppa-price-6442a7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347" y="1645920"/>
            <a:ext cx="80010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Physical, virtual, pay-as-produced, baseload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</a:t>
            </a:r>
            <a:r>
              <a:rPr b="1" sz="1800">
                <a:solidFill>
                  <a:srgbClr val="22303C"/>
                </a:solidFill>
                <a:latin typeface="Arial"/>
              </a:rPr>
              <a:t>Physical PPA:</a:t>
            </a:r>
            <a:r>
              <a:rPr b="0" sz="1800">
                <a:solidFill>
                  <a:srgbClr val="22303C"/>
                </a:solidFill>
                <a:latin typeface="Arial"/>
              </a:rPr>
              <a:t> power is actually delivered to the buyer's balancing group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</a:t>
            </a:r>
            <a:r>
              <a:rPr b="1" sz="1800">
                <a:solidFill>
                  <a:srgbClr val="22303C"/>
                </a:solidFill>
                <a:latin typeface="Arial"/>
              </a:rPr>
              <a:t>Virtual PPA:</a:t>
            </a:r>
            <a:r>
              <a:rPr b="0" sz="1800">
                <a:solidFill>
                  <a:srgbClr val="22303C"/>
                </a:solidFill>
                <a:latin typeface="Arial"/>
              </a:rPr>
              <a:t> financial swap around the market price, no physical delivery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</a:t>
            </a:r>
            <a:r>
              <a:rPr b="1" sz="1800">
                <a:solidFill>
                  <a:srgbClr val="22303C"/>
                </a:solidFill>
                <a:latin typeface="Arial"/>
              </a:rPr>
              <a:t>Pay-as-produced:</a:t>
            </a:r>
            <a:r>
              <a:rPr b="0" sz="1800">
                <a:solidFill>
                  <a:srgbClr val="22303C"/>
                </a:solidFill>
                <a:latin typeface="Arial"/>
              </a:rPr>
              <a:t> buyer takes a share of what the wind farm produces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</a:t>
            </a:r>
            <a:r>
              <a:rPr b="1" sz="1800">
                <a:solidFill>
                  <a:srgbClr val="22303C"/>
                </a:solidFill>
                <a:latin typeface="Arial"/>
              </a:rPr>
              <a:t>Baseload:</a:t>
            </a:r>
            <a:r>
              <a:rPr b="0" sz="1800">
                <a:solidFill>
                  <a:srgbClr val="22303C"/>
                </a:solidFill>
                <a:latin typeface="Arial"/>
              </a:rPr>
              <a:t> a flat profile – the seller must buy the gaps on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Our example: WE-PPA-2026-004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MW from Harrow Bay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years from COD 2028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590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GWh per year (approx.)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31 %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pay-as-produced share (31.25 %)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Signed with Arcturus Steel AG on 12 May 2026 in London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What can go wrong?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Delay to COD – long-stop date and capped delay damages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Buyer credit – parent company guarantee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Negative prices – no payment after 4 hours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Change in law – renegotiation clause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Who does what at Weyland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Origination &amp; negotiation: Executive Board, Legal &amp; Contracts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Price models: Finance &amp; Controlling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Delivery &amp; metering: Asset Operations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Reporting to the buyer: Harrow Bay project team (until COD)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Next Lunch &amp; Learn: Battery storage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PPA works</dc:title>
  <dc:subject/>
  <dc:creator>Priya Nair</dc:creator>
  <cp:keywords/>
  <dc:description>generated using python-pptx</dc:description>
  <cp:lastModifiedBy>Priya Nair</cp:lastModifiedBy>
  <cp:revision>1</cp:revision>
  <dcterms:created xsi:type="dcterms:W3CDTF">2026-05-26T10:00:00Z</dcterms:created>
  <dcterms:modified xsi:type="dcterms:W3CDTF">2026-06-05T10:00:00Z</dcterms:modified>
  <cp:category/>
</cp:coreProperties>
</file>