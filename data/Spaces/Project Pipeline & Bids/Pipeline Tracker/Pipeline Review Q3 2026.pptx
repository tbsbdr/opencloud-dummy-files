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Amara: emphasise that we need two more onshore projects in permitting by mid-2027.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peline-cover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Pipeline Review 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Executive Board · 6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Pipeline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4.2 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total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0823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0823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active opportunities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6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6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6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1.1 GW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6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probability-weighted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5189" y="2011680"/>
            <a:ext cx="2567863" cy="2377440"/>
          </a:xfrm>
          <a:prstGeom prst="rect">
            <a:avLst/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75189" y="2011680"/>
            <a:ext cx="2567863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509" y="2468880"/>
            <a:ext cx="20192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0B3C5D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9509" y="3474720"/>
            <a:ext cx="201922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4A5A68"/>
                </a:solidFill>
                <a:latin typeface="Arial"/>
              </a:rPr>
              <a:t>countries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22303C"/>
                </a:solidFill>
                <a:latin typeface="Arial"/>
              </a:rPr>
              <a:t>•  Offshore (2.1 GW) is half of the pipeline – onshore, solar and storage carry the 2028–2030 build-out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Pipeline Review Q3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By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Offshore wind: 2,100 MW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Onshore wind: 699 MW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Solar PV: 753 MW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Solar + BESS: 130 MW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BESS: 460 MW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Wind + Solar: 58 MW</a:t>
            </a:r>
          </a:p>
        </p:txBody>
      </p:sp>
      <p:pic>
        <p:nvPicPr>
          <p:cNvPr id="5" name="Picture 4" descr="pipeline-by-technology-100529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Pipeline Review 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By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Screening funnel is healthy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Too few projects in permitting for our 2029–2030 build-out target</a:t>
            </a:r>
          </a:p>
        </p:txBody>
      </p:sp>
      <p:pic>
        <p:nvPicPr>
          <p:cNvPr id="5" name="Picture 4" descr="pipeline-by-stage-4a49e9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469575"/>
            <a:ext cx="5059375" cy="2833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Pipeline Review Q3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Largest opportunities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94415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Opportunity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MW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Next gate</a:t>
                      </a:r>
                    </a:p>
                  </a:txBody>
                  <a:tcPr>
                    <a:solidFill>
                      <a:srgbClr val="0B3C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PL-001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Northfield Offshore Wind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1,200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Bid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Bid submission (2026-11-27)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PL-003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Fehmarn Nord Offshore Wind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Bid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Tender qualification (2027-02-15)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PL-002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Harrow Bay Extension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Screening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Seabed agreement application (2027-03-31)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PL-035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Fyn Coast Solar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203.0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Early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Landowner agreements (2027-01-29)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PL-020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Värmland Wind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Early development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Municipal veto clarification (2027-03-31)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PL-018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Halland Wind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Environmental permit (2027-09-30)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PL-017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Altmark Solar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Screening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Site screening (2027-01-15)</a:t>
                      </a:r>
                    </a:p>
                  </a:txBody>
                  <a:tcPr>
                    <a:solidFill>
                      <a:srgbClr val="EEF3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PL-021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Fenwick Battery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Early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303C"/>
                          </a:solidFill>
                          <a:latin typeface="Arial"/>
                        </a:rPr>
                        <a:t>Grid offer (2027-06-30)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Pipeline Review 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Decisions this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Glenmore: proceed to binding offer with price adjustment (IC 29 July)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Northfield: bid strategy approved, max. option fee set (IC 23 Sept)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Saltmarsh Solar: go (24 June)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Solberg portfolio: no-go (5 May)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Pipeline Review 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peline-offshore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B3C5D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FFFFF"/>
                </a:solidFill>
                <a:latin typeface="Arial"/>
              </a:rPr>
              <a:t>Offshore – the big swing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>
                <a:solidFill>
                  <a:srgbClr val="DCEBF0"/>
                </a:solidFill>
                <a:latin typeface="Arial"/>
              </a:rPr>
              <a:t>Northfield (1.2 GW) bid due 27 November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Asks to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risk appetite for Northfield option fee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Approve EUR 2.4 m additional development budget for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Endorse partnership search for Fehmarn Nord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Pipeline Review Q3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Dr. Amara Okafor · Henrik Larsen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Review Q3 2026</dc:title>
  <dc:subject/>
  <dc:creator>Dr. Amara Okafor</dc:creator>
  <cp:keywords/>
  <dc:description>generated using python-pptx</dc:description>
  <cp:lastModifiedBy>Dr. Amara Okafor</cp:lastModifiedBy>
  <cp:revision>1</cp:revision>
  <dcterms:created xsi:type="dcterms:W3CDTF">2026-09-28T10:00:00Z</dcterms:created>
  <dcterms:modified xsi:type="dcterms:W3CDTF">2026-10-02T10:00:00Z</dcterms:modified>
  <cp:category/>
</cp:coreProperties>
</file>