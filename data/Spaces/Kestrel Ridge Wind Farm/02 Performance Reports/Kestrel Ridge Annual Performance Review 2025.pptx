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the asset performs well; the shortfall vs. P50 is wind, not availability.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T-07 point is important – see KR-INC-2026-003. The November oil sample was a missed early warning.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strel-ridge-cov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Kestrel Ridge – Annual Performance Review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Asset Operations · 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2025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900">
                <a:solidFill>
                  <a:srgbClr val="0B3C5D"/>
                </a:solidFill>
                <a:latin typeface="Arial"/>
              </a:rPr>
              <a:t>206.6 GWh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Net generation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97.4 %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Availability (target 97.0 %)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31.2 %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Capacity factor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Lost time injuries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22303C"/>
                </a:solidFill>
                <a:latin typeface="Arial"/>
              </a:rPr>
              <a:t>•  Generation -3.2 % vs. P50 – wind resource about 3 % below the long-term mean</a:t>
            </a:r>
          </a:p>
          <a:p>
            <a:r>
              <a:rPr b="0" sz="1500">
                <a:solidFill>
                  <a:srgbClr val="22303C"/>
                </a:solidFill>
                <a:latin typeface="Arial"/>
              </a:rPr>
              <a:t>•  First full calendar year of operation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– Annual Performance Review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Generation vs.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Strong January and December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Weak February and June (low wind)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Grid curtailment: 1.9 % of potential production</a:t>
            </a:r>
          </a:p>
        </p:txBody>
      </p:sp>
      <p:pic>
        <p:nvPicPr>
          <p:cNvPr id="5" name="Picture 4" descr="kestrel-ridge-2025-generation-6400cf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– Annual Performance Review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Above the 97.0 % contract target in 10 of 12 months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First annual service campaign May–September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No major component exchange in 2025</a:t>
            </a:r>
          </a:p>
        </p:txBody>
      </p:sp>
      <p:pic>
        <p:nvPicPr>
          <p:cNvPr id="5" name="Picture 4" descr="kestrel-ridge-2025-availability-2a6958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– Annual Performance Review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Year-on-year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2024 (Mar 15–Dec)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Generation (GWh)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144.2 (Apr–Dec)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206.6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Availability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96.5 %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97.4 %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Capacity factor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28.9 %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31.2 %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Corrective work 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Near misses reported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– Annual Performance Review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What went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Reliability of converters after the 2024 firmware fix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Ice detection and automatic restart (21 of 27 restarts automatic)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cooperation with landowners and no community complaints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Bird carcass monitoring year 2 completed on schedule</a:t>
            </a:r>
          </a:p>
        </p:txBody>
      </p:sp>
      <p:pic>
        <p:nvPicPr>
          <p:cNvPr id="5" name="Picture 4" descr="kestrel-ridge-technician-climb.jpg"/>
          <p:cNvPicPr>
            <a:picLocks noChangeAspect="1"/>
          </p:cNvPicPr>
          <p:nvPr/>
        </p:nvPicPr>
        <p:blipFill>
          <a:blip r:embed="rId2"/>
          <a:srcRect l="12361" r="12361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– Annual Performance Review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What we need to improve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Close corrective work orders faster (81 % within 14 days)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Recurring pitch accumulator faults on T-05 and T-11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Oil analysis follow-up: T-07 'watch' result in November not escalated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Leading edge erosion on westerly turbines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– Annual Performance Review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Early 2026: T-07 gearbox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KR-INC-2026-003: ISS bearing failure on 14 January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Gearbox exchanged under warranty, back online 6 February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Lost production ~1,046 MWh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Fleet endoscope campaign started</a:t>
            </a:r>
          </a:p>
        </p:txBody>
      </p:sp>
      <p:pic>
        <p:nvPicPr>
          <p:cNvPr id="5" name="Picture 4" descr="kestrel-ridge-gearbox-lift.jpg"/>
          <p:cNvPicPr>
            <a:picLocks noChangeAspect="1"/>
          </p:cNvPicPr>
          <p:nvPr/>
        </p:nvPicPr>
        <p:blipFill>
          <a:blip r:embed="rId2"/>
          <a:srcRect l="12361" r="12361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– Annual Performance Review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Priorities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Drive-train reliability: CMS thresholds, 3-monthly oil sampling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Annual service campaign April–September (finish 3 weeks earlier)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Blade inspection by drone, LEP repair plan for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SCADA cyber security hardening</a:t>
            </a:r>
          </a:p>
        </p:txBody>
      </p:sp>
      <p:pic>
        <p:nvPicPr>
          <p:cNvPr id="5" name="Picture 4" descr="kestrel-ridge-nacelle-service.jpg"/>
          <p:cNvPicPr>
            <a:picLocks noChangeAspect="1"/>
          </p:cNvPicPr>
          <p:nvPr/>
        </p:nvPicPr>
        <p:blipFill>
          <a:blip r:embed="rId2"/>
          <a:srcRect l="12361" r="12361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– Annual Performance Review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strel-ridge-cov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Questions: David Chen · Ben Okoye · Sara Lindgren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Kestrel Ridge – Annual Performance Review 2025</dc:title>
  <dc:subject/>
  <dc:creator>David Chen</dc:creator>
  <cp:keywords/>
  <dc:description>generated using python-pptx</dc:description>
  <cp:lastModifiedBy>David Chen</cp:lastModifiedBy>
  <cp:revision>1</cp:revision>
  <dcterms:created xsi:type="dcterms:W3CDTF">2026-01-26T10:00:00Z</dcterms:created>
  <dcterms:modified xsi:type="dcterms:W3CDTF">2026-02-11T10:00:00Z</dcterms:modified>
  <cp:category/>
</cp:coreProperties>
</file>