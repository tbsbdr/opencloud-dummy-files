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we do not count on DC prices staying high – more than 5 GW of BESS is in the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nwick-bess-rendering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Fenwick Battery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Revenue stack analysis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Headlines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k/MW/a, avg. first 10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12.5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EBITDA p.a. (avg.)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64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capex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target 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Base case built on two independent market forecasts (averaged)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How the stack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Frequency response dominates early years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Saturation brings Dynamic Containment prices down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Wholesale arbitrage grows with renewable share</a:t>
            </a:r>
          </a:p>
        </p:txBody>
      </p:sp>
      <p:pic>
        <p:nvPicPr>
          <p:cNvPr id="5" name="Picture 4" descr="fenwick-revenue-stack-92991f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Revenue mix (first 10 years)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~ 30 % frequency response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~ 35 % wholesale arbitrage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Capacity market as stable floor</a:t>
            </a:r>
          </a:p>
        </p:txBody>
      </p:sp>
      <p:pic>
        <p:nvPicPr>
          <p:cNvPr id="5" name="Picture 4" descr="fenwick-revenue-mix-c76da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Low case: ancillary saturation + non-firm grid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High case: gas price volatility</a:t>
            </a:r>
          </a:p>
        </p:txBody>
      </p:sp>
      <p:pic>
        <p:nvPicPr>
          <p:cNvPr id="5" name="Picture 4" descr="fenwick-scenarios-3502b5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Route to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Merchant via optimiser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Full upside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Volatile cash flow, harder to finance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Floor + upside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Bankable floor, keeps upside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Floor provider takes 15–25 % of upside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Tolling agreement (7 yrs)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Fixed revenue, best for debt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Gives away most upside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Request indicative floor offers from three optimisers (Q4 2026)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Update after grid offer (expected Q2 2027)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Include grid-forming / stability revenues as upside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– Revenue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Kwame Mensah · Liam McAllister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Fenwick – Revenue Stack</dc:title>
  <dc:subject/>
  <dc:creator>Liam McAllister</dc:creator>
  <cp:keywords/>
  <dc:description>generated using python-pptx</dc:description>
  <cp:lastModifiedBy>Liam McAllister</cp:lastModifiedBy>
  <cp:revision>1</cp:revision>
  <dcterms:created xsi:type="dcterms:W3CDTF">2026-09-08T10:00:00Z</dcterms:created>
  <dcterms:modified xsi:type="dcterms:W3CDTF">2026-09-14T10:00:00Z</dcterms:modified>
  <cp:category/>
</cp:coreProperties>
</file>