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Ambition approved on 19 March 2026. Revenue target assumes P50 and the price deck of January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-strategy-2030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Strategy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stand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operating capacity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312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148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EBITDA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450 people in Hamburg, Edinburgh and Copenhagen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Harrow Bay (480 MW) heading for FID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Our ambition for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2.5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operating capacity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600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≥ 45 %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EBITDA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Three growth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Offshore wind · Solar &amp; storage · Flexibility &amp; hydrogen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Pipeline of 4.2 GW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Offshore wind: 2.1 GW – Harrow Bay (0.48 GW, in construction) and two North Sea follow-on sites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Solar PV: 0.9 GW – Millbrook 85 MWp plus 11 sites in England, Denmark and northern Germany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Onshore wind and repowering: 0.6 GW – Repowering of German onshore fleet, Scottish extensions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Battery storage: 0.5 GW – Fenwick 100 MW / 200 MWh and co-located BESS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Green hydrogen and flexibility: 0.1 GW – 5 MW Port of Eastholm pilot, scale-up option with Arcturus Steel</a:t>
            </a:r>
          </a:p>
        </p:txBody>
      </p:sp>
      <p:pic>
        <p:nvPicPr>
          <p:cNvPr id="5" name="Picture 4" descr="board-pipeline-gw-fe5d1d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Growth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Harrow Bay COD mid-2028 adds 480 MW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Millbrook and Fenwick from 2028/29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Repowering and follow-on offshore sites by 2030</a:t>
            </a:r>
          </a:p>
        </p:txBody>
      </p:sp>
      <p:pic>
        <p:nvPicPr>
          <p:cNvPr id="5" name="Picture 4" descr="board-ambition-2030-bd37c4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Financial ambition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Revenue doubling to EUR 600 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EBITDA margin ≥ 45 %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Capital recycling of up to EUR 400 m by 2028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Net debt / EBITDA ≤ 6.0x after COD</a:t>
            </a:r>
          </a:p>
        </p:txBody>
      </p:sp>
      <p:pic>
        <p:nvPicPr>
          <p:cNvPr id="5" name="Picture 4" descr="board-revenue-path-0638cf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Enablers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Safety first – TRIR below 2.0 by 2028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People – grow to around 620 employees, leadership programme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Digital – one data platform for the fleet, ISO 27001 by Q2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Communities – benefit funds at every new site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Partnerships – long-term PPAs with industrial offtakers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Milestones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Harrow Bay FID and construction; Millbrook planning application; PPA with Arcturus Steel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Harrow Bay first power; Millbrook consent; Fenwick grid offer; ISO 27001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2028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Harrow Bay COD; Millbrook and Fenwick construction; first capital recycling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Follow-on offshore site 1 FID; hydrogen scale-up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2030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2.5 GW in operation; EUR 600 m revenue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“Clean power, built to last.”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Dr. Amara Okafor,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-strategy-2030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Strategy 2030 · approved by the Supervisory Board on 19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2030 – Clean power, built to last</dc:title>
  <dc:subject/>
  <dc:creator>Dr. Amara Okafor</dc:creator>
  <cp:keywords/>
  <dc:description>generated using python-pptx</dc:description>
  <cp:lastModifiedBy>Dr. Amara Okafor</cp:lastModifiedBy>
  <cp:revision>1</cp:revision>
  <dcterms:created xsi:type="dcterms:W3CDTF">2026-01-08T10:00:00Z</dcterms:created>
  <dcterms:modified xsi:type="dcterms:W3CDTF">2026-03-10T10:00:00Z</dcterms:modified>
  <cp:category/>
</cp:coreProperties>
</file>