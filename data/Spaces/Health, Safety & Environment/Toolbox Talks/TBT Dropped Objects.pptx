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crew talk. Collect answers on the flip chart and send a photo to HSE.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e-sea-atlas-deck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Dropped objects – it only takes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Toolbox talk · safety stand-down 4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What happened on 3 June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2.3 kg ratchet spanner fell about 22 m on MV Sea Atlas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Bounced off a handrail and landed 2.5 m from a colleague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Nobody was hurt – this time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Reference: HSE-INC-2026-018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Toolbox Talk – Dropped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How dangerous is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515258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515258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96661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496 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966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Impact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2011680"/>
            <a:ext cx="3515258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8218" y="2011680"/>
            <a:ext cx="3515258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538" y="2468880"/>
            <a:ext cx="296661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Fatal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3474720"/>
            <a:ext cx="2966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DROPS 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7796" y="2011680"/>
            <a:ext cx="3515258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7796" y="2011680"/>
            <a:ext cx="3515258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2116" y="2468880"/>
            <a:ext cx="296661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2.5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3474720"/>
            <a:ext cx="2966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Distance to 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Toolbox Talk – Dropped Objects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Our rules from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Every tool at height is tethered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Count tools up, count tools down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Nothing on handrails or kick plates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'clear above' before moving structures</a:t>
            </a:r>
          </a:p>
        </p:txBody>
      </p:sp>
      <p:pic>
        <p:nvPicPr>
          <p:cNvPr id="5" name="Picture 4" descr="hse-tool-tethering.jpg"/>
          <p:cNvPicPr>
            <a:picLocks noChangeAspect="1"/>
          </p:cNvPicPr>
          <p:nvPr/>
        </p:nvPicPr>
        <p:blipFill>
          <a:blip r:embed="rId2"/>
          <a:srcRect l="7656" r="7656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Toolbox Talk – Dropped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Where in your job could something fall?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What stops you from tethering a tool?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Who will you challenge – and how?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Toolbox Talk – Dropped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Stop. Think. Tether.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Report every dropped object – even a bolt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Toolbox Talk – Dropped Objects</dc:title>
  <dc:subject/>
  <dc:creator>Hannah Weber</dc:creator>
  <cp:keywords/>
  <dc:description>generated using python-pptx</dc:description>
  <cp:lastModifiedBy>Hannah Weber</cp:lastModifiedBy>
  <cp:revision>1</cp:revision>
  <dcterms:created xsi:type="dcterms:W3CDTF">2026-06-04T10:00:00Z</dcterms:created>
  <dcterms:modified xsi:type="dcterms:W3CDTF">2026-06-04T10:00:00Z</dcterms:modified>
  <cp:category/>
</cp:coreProperties>
</file>