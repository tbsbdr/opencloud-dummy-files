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 for the board: schedule impact contained, commercial position protected. Watch the type test in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urement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Supply Chain Risk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Q3 2026 · Procurement &amp; Supply Chain · for the Executive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Q3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Suppliers in register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Critical suppliers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Supplier under enhanced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Supply-chain risks (1 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Export cable 2 delay at Severn Subsea Cables is the dominant supply-chain event of 2026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Lead times for HV equipment still rising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Red risk: export cable 2 – HB-RISK-017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21 Jul: factory test failure at Newport, factory joint FJ-2/07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9.2 km section re-manufactured; delivery 15 Jan → 12 Mar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Special audit 11–12 Aug: 1 major finding (clean-room filters) – closed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Mitigation: resequenced lay campaign, first power unchanged (30 Sep 2027)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Commercial: LDs reserved under WE-CON-2025-031; CO-010 under negotiation</a:t>
            </a:r>
          </a:p>
        </p:txBody>
      </p:sp>
      <p:pic>
        <p:nvPicPr>
          <p:cNvPr id="5" name="Picture 4" descr="harrow-bay-cable-factory.jpg"/>
          <p:cNvPicPr>
            <a:picLocks noChangeAspect="1"/>
          </p:cNvPicPr>
          <p:nvPr/>
        </p:nvPicPr>
        <p:blipFill>
          <a:blip r:embed="rId2"/>
          <a:srcRect l="12370" r="12370"/>
          <a:stretch>
            <a:fillRect/>
          </a:stretch>
        </p:blipFill>
        <p:spPr>
          <a:xfrm>
            <a:off x="6583680" y="1645920"/>
            <a:ext cx="50593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Risk heat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Risks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 (P4 × I5) and above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15–16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SCR-01 cable re-manufacture, SCR-02 transformer lead times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10–12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SCR-03 monopile single source, SCR-04 jack-up market, SCR-06 polysilicon, SCR-09 port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5–9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SCR-05, SCR-07, SCR-08 (closed), SCR-10, SCR-12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&lt; 5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SCR-11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Lead times keep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HV transformers +44 % since 2024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Jack-up charters booked 3 years ahead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modules: buyer's market</a:t>
            </a:r>
          </a:p>
        </p:txBody>
      </p:sp>
      <p:pic>
        <p:nvPicPr>
          <p:cNvPr id="5" name="Picture 4" descr="procurement-lead-times-c5657a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Commodity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Copper +18 % in 12 months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Major packages fixed price – exposure on variations only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Fenwick BESS: indexation clause needed</a:t>
            </a:r>
          </a:p>
        </p:txBody>
      </p:sp>
      <p:pic>
        <p:nvPicPr>
          <p:cNvPr id="5" name="Picture 4" descr="procurement-price-index-9cbd4b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Critical supplier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Supplier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Package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Trend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Halden Turbine Systems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Turbines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On track – production started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Rhenus Steelworks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Monopiles/TPs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Batch 5 in transit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Severn Subsea Cables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Cables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Enhanced monitoring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↓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Atlas Marine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MV Sea Atlas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Option 2 exercised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Norfab Offshore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HB-OSS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Topside installed 19 Aug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↑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Port of Eastholm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Quay 3 handed over 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Actions Q4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Award CTV contract to Eastholm Workboats (Nov)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Transformer framework 2027 – RFI in October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Pre-award audit SunForge EPC (20 Oct)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LkSG risk analysis 2026 for all direct suppliers (Dec)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Re-audit Severn after type test (Jan 2027)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Supply Chain Risk Dashboard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Laura Kessler · Procurement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Risk Dashboard Q3 2026</dc:title>
  <dc:subject/>
  <dc:creator>Elena Márquez</dc:creator>
  <cp:keywords/>
  <dc:description>generated using python-pptx</dc:description>
  <cp:lastModifiedBy>Elena Márquez</cp:lastModifiedBy>
  <cp:revision>1</cp:revision>
  <dcterms:created xsi:type="dcterms:W3CDTF">2026-09-14T10:00:00Z</dcterms:created>
  <dcterms:modified xsi:type="dcterms:W3CDTF">2026-09-30T10:00:00Z</dcterms:modified>
  <cp:category/>
</cp:coreProperties>
</file>