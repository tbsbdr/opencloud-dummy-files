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Spare parts min/max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Scott McLean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kestrel ridge availability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ice detection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harrow bay o&amp;m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Spare parts min/max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Joanne Jones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Ross Grant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Jack Hamilton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Spare parts min/max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Spare parts min/max levels</dc:title>
  <dc:subject/>
  <dc:creator>Scott McLean</dc:creator>
  <cp:keywords/>
  <dc:description>generated using python-pptx</dc:description>
  <cp:lastModifiedBy>Scott McLean</cp:lastModifiedBy>
  <cp:revision>1</cp:revision>
  <dcterms:created xsi:type="dcterms:W3CDTF">2026-08-12T10:00:00Z</dcterms:created>
  <dcterms:modified xsi:type="dcterms:W3CDTF">2026-08-12T10:00:00Z</dcterms:modified>
  <cp:category/>
</cp:coreProperties>
</file>