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Harrow Bay O&amp;M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Magdalena Kamiński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control room handover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spare parts min/max levels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harrow bay o&amp;m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O&amp;M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Ailsa Mackenzie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Hamish Johnston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Connor Mackenzie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O&amp;M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Harrow Bay O&amp;M readiness</dc:title>
  <dc:subject/>
  <dc:creator>Magdalena Kamiński</dc:creator>
  <cp:keywords/>
  <dc:description>generated using python-pptx</dc:description>
  <cp:lastModifiedBy>Magdalena Kamiński</cp:lastModifiedBy>
  <cp:revision>1</cp:revision>
  <dcterms:created xsi:type="dcterms:W3CDTF">2026-09-04T10:00:00Z</dcterms:created>
  <dcterms:modified xsi:type="dcterms:W3CDTF">2026-09-04T10:00:00Z</dcterms:modified>
  <cp:category/>
</cp:coreProperties>
</file>