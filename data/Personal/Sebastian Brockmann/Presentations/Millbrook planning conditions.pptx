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Millbrook planning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Sebastian Brockmann · 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change order co-007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Jamie Kennedy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Eilidh Graham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Grace Fraser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Millbrook planning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Millbrook planning conditions</dc:title>
  <dc:subject/>
  <dc:creator>Sebastian Brockmann</dc:creator>
  <cp:keywords/>
  <dc:description>generated using python-pptx</dc:description>
  <cp:lastModifiedBy>Sebastian Brockmann</cp:lastModifiedBy>
  <cp:revision>1</cp:revision>
  <dcterms:created xsi:type="dcterms:W3CDTF">2026-04-08T10:00:00Z</dcterms:created>
  <dcterms:modified xsi:type="dcterms:W3CDTF">2026-04-08T10:00:00Z</dcterms:modified>
  <cp:category/>
</cp:coreProperties>
</file>