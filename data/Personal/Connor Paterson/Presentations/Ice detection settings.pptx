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Ice detection settings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Connor Paterson ·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kestrel ridge availability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control room handover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ice detection settings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Ice detection settings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Joanne Jones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Kate Mitchell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Ryan Hall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Ice detection settings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Ice detection settings</dc:title>
  <dc:subject/>
  <dc:creator>Connor Paterson</dc:creator>
  <cp:keywords/>
  <dc:description>generated using python-pptx</dc:description>
  <cp:lastModifiedBy>Connor Paterson</cp:lastModifiedBy>
  <cp:revision>1</cp:revision>
  <dcterms:created xsi:type="dcterms:W3CDTF">2026-08-07T10:00:00Z</dcterms:created>
  <dcterms:modified xsi:type="dcterms:W3CDTF">2026-08-07T10:00:00Z</dcterms:modified>
  <cp:category/>
</cp:coreProperties>
</file>