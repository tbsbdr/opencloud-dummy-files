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planning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Jamie Kennedy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export cable 2 recovery plan (hb-risk-017)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port of eastholm laydown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monopile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planning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Isabel Ferreira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Hannah Taylor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Kwame Mensah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planning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planning conditions</dc:title>
  <dc:subject/>
  <dc:creator>Jamie Kennedy</dc:creator>
  <cp:keywords/>
  <dc:description>generated using python-pptx</dc:description>
  <cp:lastModifiedBy>Jamie Kennedy</cp:lastModifiedBy>
  <cp:revision>1</cp:revision>
  <dcterms:created xsi:type="dcterms:W3CDTF">2026-09-17T10:00:00Z</dcterms:created>
  <dcterms:modified xsi:type="dcterms:W3CDTF">2026-09-17T10:00:00Z</dcterms:modified>
  <cp:category/>
</cp:coreProperties>
</file>