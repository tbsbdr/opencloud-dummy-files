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Supplier ESG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Anja Richter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supplier esg questionnaire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logistics plan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ctv services 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Supplier ESG 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Henning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Rasmus Skov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Laura Kessler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Supplier ESG 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ESG questionnaire</dc:title>
  <dc:subject/>
  <dc:creator>Anja Richter</dc:creator>
  <cp:keywords/>
  <dc:description>generated using python-pptx</dc:description>
  <cp:lastModifiedBy>Anja Richter</cp:lastModifiedBy>
  <cp:revision>1</cp:revision>
  <dcterms:created xsi:type="dcterms:W3CDTF">2026-07-30T10:00:00Z</dcterms:created>
  <dcterms:modified xsi:type="dcterms:W3CDTF">2026-07-30T10:00:00Z</dcterms:modified>
  <cp:category/>
</cp:coreProperties>
</file>