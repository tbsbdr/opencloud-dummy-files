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Bubble curtain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Olivia Wood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hse-inc-2026-018 actions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toolbox talk – dropped objects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site inspection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Bubble curtain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Frederik Møller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Hannah Weber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Morag Anderson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Bubble curtain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Bubble curtain monitoring</dc:title>
  <dc:subject/>
  <dc:creator>Olivia Wood</dc:creator>
  <cp:keywords/>
  <dc:description>generated using python-pptx</dc:description>
  <cp:lastModifiedBy>Olivia Wood</cp:lastModifiedBy>
  <cp:revision>1</cp:revision>
  <dcterms:created xsi:type="dcterms:W3CDTF">2026-09-08T10:00:00Z</dcterms:created>
  <dcterms:modified xsi:type="dcterms:W3CDTF">2026-09-08T10:00:00Z</dcterms:modified>
  <cp:category/>
</cp:coreProperties>
</file>