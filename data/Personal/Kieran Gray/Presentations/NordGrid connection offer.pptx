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NordGrid connection offer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Kieran Gray ·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millbrook discharge of conditions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fenwick grid application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marine licence variation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NordGrid connection offer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Nicola Smith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Ahmed Rahimi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Sebastian Braun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NordGrid connection offer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NordGrid connection offer</dc:title>
  <dc:subject/>
  <dc:creator>Kieran Gray</dc:creator>
  <cp:keywords/>
  <dc:description>generated using python-pptx</dc:description>
  <cp:lastModifiedBy>Kieran Gray</cp:lastModifiedBy>
  <cp:revision>1</cp:revision>
  <dcterms:created xsi:type="dcterms:W3CDTF">2026-05-24T10:00:00Z</dcterms:created>
  <dcterms:modified xsi:type="dcterms:W3CDTF">2026-05-24T10:00:00Z</dcterms:modified>
  <cp:category/>
</cp:coreProperties>
</file>