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Joaquín Popescu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recovery plan (hb-risk-017)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Lucía Silva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Kofi Dubois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Neil Kennedy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Turbine installation readiness 2027</dc:title>
  <dc:subject/>
  <dc:creator>Joaquín Popescu</dc:creator>
  <cp:keywords/>
  <dc:description>generated using python-pptx</dc:description>
  <cp:lastModifiedBy>Joaquín Popescu</cp:lastModifiedBy>
  <cp:revision>1</cp:revision>
  <dcterms:created xsi:type="dcterms:W3CDTF">2026-03-05T10:00:00Z</dcterms:created>
  <dcterms:modified xsi:type="dcterms:W3CDTF">2026-03-05T10:00:00Z</dcterms:modified>
  <cp:category/>
</cp:coreProperties>
</file>