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Export cable 2 re-manufacture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Ross Burns ·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cable lay sequence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export cable 2 re-manufacture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factory acceptance test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Export cable 2 re-manufacture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Lewis Walker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Nicola Young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Mateo Khan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Export cable 2 re-manufacture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 cable 2 re-manufacture plan</dc:title>
  <dc:subject/>
  <dc:creator>Ross Burns</dc:creator>
  <cp:keywords/>
  <dc:description>generated using python-pptx</dc:description>
  <cp:lastModifiedBy>Ross Burns</cp:lastModifiedBy>
  <cp:revision>1</cp:revision>
  <dcterms:created xsi:type="dcterms:W3CDTF">2026-06-28T10:00:00Z</dcterms:created>
  <dcterms:modified xsi:type="dcterms:W3CDTF">2026-06-28T10:00:00Z</dcterms:modified>
  <cp:category/>
</cp:coreProperties>
</file>