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Millbrook layout revision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Duncan Robertson ·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tracker supplier comparison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millbrook layout revision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epc programme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Millbrook layout revision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Heather Wood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David Davies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Jamie Gray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Millbrook layout revision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Millbrook layout revision</dc:title>
  <dc:subject/>
  <dc:creator>Duncan Robertson</dc:creator>
  <cp:keywords/>
  <dc:description>generated using python-pptx</dc:description>
  <cp:lastModifiedBy>Duncan Robertson</cp:lastModifiedBy>
  <cp:revision>1</cp:revision>
  <dcterms:created xsi:type="dcterms:W3CDTF">2026-05-13T10:00:00Z</dcterms:created>
  <dcterms:modified xsi:type="dcterms:W3CDTF">2026-05-13T10:00:00Z</dcterms:modified>
  <cp:category/>
</cp:coreProperties>
</file>