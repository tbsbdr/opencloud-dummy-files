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Port of Eastholm laydown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Rebecca Johnston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weekly progress report inputs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millbrook planning conditions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port of eastholm laydown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Port of Eastholm laydown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Ingrid Solberg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Isla Watson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Hannah Gray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Port of Eastholm laydown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 of Eastholm laydown plan</dc:title>
  <dc:subject/>
  <dc:creator>Rebecca Johnston</dc:creator>
  <cp:keywords/>
  <dc:description>generated using python-pptx</dc:description>
  <cp:lastModifiedBy>Rebecca Johnston</cp:lastModifiedBy>
  <cp:revision>1</cp:revision>
  <dcterms:created xsi:type="dcterms:W3CDTF">2026-09-25T10:00:00Z</dcterms:created>
  <dcterms:modified xsi:type="dcterms:W3CDTF">2026-09-25T10:00:00Z</dcterms:modified>
  <cp:category/>
</cp:coreProperties>
</file>