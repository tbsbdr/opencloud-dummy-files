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Planning condition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Andrew Campbell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consultation response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planning condition queries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visit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Planning condition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Kieran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Catriona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Hamish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Planning condition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condition queries</dc:title>
  <dc:subject/>
  <dc:creator>Andrew Campbell</dc:creator>
  <cp:keywords/>
  <dc:description>generated using python-pptx</dc:description>
  <cp:lastModifiedBy>Andrew Campbell</cp:lastModifiedBy>
  <cp:revision>1</cp:revision>
  <dcterms:created xsi:type="dcterms:W3CDTF">2026-10-03T10:00:00Z</dcterms:created>
  <dcterms:modified xsi:type="dcterms:W3CDTF">2026-10-03T10:00:00Z</dcterms:modified>
  <cp:category/>
</cp:coreProperties>
</file>