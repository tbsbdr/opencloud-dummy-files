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Weekly progress report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Nikolai Moreau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port of eastholm laydown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turbine installation readiness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interface matrix halden / norfab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Weekly progress report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Hendrik Wagner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Iain Taylor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Duncan Wood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Weekly progress report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progress report inputs</dc:title>
  <dc:subject/>
  <dc:creator>Nikolai Moreau</dc:creator>
  <cp:keywords/>
  <dc:description>generated using python-pptx</dc:description>
  <cp:lastModifiedBy>Nikolai Moreau</cp:lastModifiedBy>
  <cp:revision>1</cp:revision>
  <dcterms:created xsi:type="dcterms:W3CDTF">2026-08-29T10:00:00Z</dcterms:created>
  <dcterms:modified xsi:type="dcterms:W3CDTF">2026-08-29T10:00:00Z</dcterms:modified>
  <cp:category/>
</cp:coreProperties>
</file>