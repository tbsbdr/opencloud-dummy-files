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377440"/>
            <a:ext cx="1097280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FFFFFF"/>
                </a:solidFill>
                <a:latin typeface="Arial"/>
              </a:rPr>
              <a:t>Photo shoot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2000">
                <a:solidFill>
                  <a:srgbClr val="DCEBF0"/>
                </a:solidFill>
                <a:latin typeface="Arial"/>
              </a:rPr>
              <a:t>Jan Braun · April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486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FFFFFF"/>
                </a:solidFill>
                <a:latin typeface="Arial"/>
              </a:rPr>
              <a:t>WEYLAND ENERGY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Where we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Next milestone for translation glossary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Open questions on interview notes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Open questions on photo shoot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Photo shoot plan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Review comments from Leonie Müller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Send updated figures to Markus Koch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Ask for input from Daniel Jensen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Photo shoot plan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Photo shoot plan</dc:title>
  <dc:subject/>
  <dc:creator>Jan Braun</dc:creator>
  <cp:keywords/>
  <dc:description>generated using python-pptx</dc:description>
  <cp:lastModifiedBy>Jan Braun</cp:lastModifiedBy>
  <cp:revision>1</cp:revision>
  <dcterms:created xsi:type="dcterms:W3CDTF">2026-04-13T10:00:00Z</dcterms:created>
  <dcterms:modified xsi:type="dcterms:W3CDTF">2026-04-13T10:00:00Z</dcterms:modified>
  <cp:category/>
</cp:coreProperties>
</file>