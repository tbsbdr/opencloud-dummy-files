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Audit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Michael Zimmermann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audit pbc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forecast 8+4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drawdown request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PBC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Clara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Michael Schwarz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Hiroshi Tanaka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PBC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PBC list</dc:title>
  <dc:subject/>
  <dc:creator>Michael Zimmermann</dc:creator>
  <cp:keywords/>
  <dc:description>generated using python-pptx</dc:description>
  <cp:lastModifiedBy>Michael Zimmermann</cp:lastModifiedBy>
  <cp:revision>1</cp:revision>
  <dcterms:created xsi:type="dcterms:W3CDTF">2026-08-03T10:00:00Z</dcterms:created>
  <dcterms:modified xsi:type="dcterms:W3CDTF">2026-08-03T10:00:00Z</dcterms:modified>
  <cp:category/>
</cp:coreProperties>
</file>