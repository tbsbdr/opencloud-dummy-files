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Design basis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Jakob Andersen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geotechnical boulder field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monopile fatigue check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met mast data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Design basis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Gustav Lindberg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Chloe Watson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Morag Mitchell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Design basis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basis review comments</dc:title>
  <dc:subject/>
  <dc:creator>Jakob Andersen</dc:creator>
  <cp:keywords/>
  <dc:description>generated using python-pptx</dc:description>
  <cp:lastModifiedBy>Jakob Andersen</cp:lastModifiedBy>
  <cp:revision>1</cp:revision>
  <dcterms:created xsi:type="dcterms:W3CDTF">2026-08-24T10:00:00Z</dcterms:created>
  <dcterms:modified xsi:type="dcterms:W3CDTF">2026-08-24T10:00:00Z</dcterms:modified>
  <cp:category/>
</cp:coreProperties>
</file>