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Marine licence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Chloe Baker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discharge of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nordgrid connection offer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licence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licence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Kieran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Ahmed Rahimi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Clara Klein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licence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licence variation</dc:title>
  <dc:subject/>
  <dc:creator>Chloe Baker</dc:creator>
  <cp:keywords/>
  <dc:description>generated using python-pptx</dc:description>
  <cp:lastModifiedBy>Chloe Baker</cp:lastModifiedBy>
  <cp:revision>1</cp:revision>
  <dcterms:created xsi:type="dcterms:W3CDTF">2026-08-01T10:00:00Z</dcterms:created>
  <dcterms:modified xsi:type="dcterms:W3CDTF">2026-08-01T10:00:00Z</dcterms:modified>
  <cp:category/>
</cp:coreProperties>
</file>