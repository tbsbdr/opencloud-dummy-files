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Powering the North content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Leah Goldberg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summit photo selection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newsletter october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website news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content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Hendrik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Neil Walker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Ailsa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content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Powering the North content plan</dc:title>
  <dc:subject/>
  <dc:creator>Leah Goldberg</dc:creator>
  <cp:keywords/>
  <dc:description>generated using python-pptx</dc:description>
  <cp:lastModifiedBy>Leah Goldberg</cp:lastModifiedBy>
  <cp:revision>1</cp:revision>
  <dcterms:created xsi:type="dcterms:W3CDTF">2026-03-14T10:00:00Z</dcterms:created>
  <dcterms:modified xsi:type="dcterms:W3CDTF">2026-03-14T10:00:00Z</dcterms:modified>
  <cp:category/>
</cp:coreProperties>
</file>