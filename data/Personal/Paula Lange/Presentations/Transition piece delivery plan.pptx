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Transition piece delivery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Paula Lange ·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transition piece delivery plan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weld inspection summary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monopile fabrication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Transition piece delivery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Joanna Nowak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Fabian Peters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Julia Hansen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Transition piece delivery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Transition piece delivery plan</dc:title>
  <dc:subject/>
  <dc:creator>Paula Lange</dc:creator>
  <cp:keywords/>
  <dc:description>generated using python-pptx</dc:description>
  <cp:lastModifiedBy>Paula Lange</cp:lastModifiedBy>
  <cp:revision>1</cp:revision>
  <dcterms:created xsi:type="dcterms:W3CDTF">2026-09-14T10:00:00Z</dcterms:created>
  <dcterms:modified xsi:type="dcterms:W3CDTF">2026-09-14T10:00:00Z</dcterms:modified>
  <cp:category/>
</cp:coreProperties>
</file>