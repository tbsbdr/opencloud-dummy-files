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Service report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Piotr Lewandowski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technician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report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Andrew Macdonald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Neil Jones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Morag Paterson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report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report summary</dc:title>
  <dc:subject/>
  <dc:creator>Piotr Lewandowski</dc:creator>
  <cp:keywords/>
  <dc:description>generated using python-pptx</dc:description>
  <cp:lastModifiedBy>Piotr Lewandowski</cp:lastModifiedBy>
  <cp:revision>1</cp:revision>
  <dcterms:created xsi:type="dcterms:W3CDTF">2026-09-04T10:00:00Z</dcterms:created>
  <dcterms:modified xsi:type="dcterms:W3CDTF">2026-09-04T10:00:00Z</dcterms:modified>
  <cp:category/>
</cp:coreProperties>
</file>