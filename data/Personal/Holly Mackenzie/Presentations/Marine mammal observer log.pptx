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Marine mammal observer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Holly Mackenzie · November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marine mammal observer log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skylark survey data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seabird survey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Marine mammal observer 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Dr. Rachel Moss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Calum Hughes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Kirsty Murray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Marine mammal observer 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Marine mammal observer log</dc:title>
  <dc:subject/>
  <dc:creator>Holly Mackenzie</dc:creator>
  <cp:keywords/>
  <dc:description>generated using python-pptx</dc:description>
  <cp:lastModifiedBy>Holly Mackenzie</cp:lastModifiedBy>
  <cp:revision>1</cp:revision>
  <dcterms:created xsi:type="dcterms:W3CDTF">2025-11-23T10:00:00Z</dcterms:created>
  <dcterms:modified xsi:type="dcterms:W3CDTF">2025-11-23T10:00:00Z</dcterms:modified>
  <cp:category/>
</cp:coreProperties>
</file>