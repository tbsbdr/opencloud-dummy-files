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Kieran Ferguson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harrow bay o&amp;m readiness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O&amp;M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Liam Watson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Marianne Rasmussen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Fraser Stewart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O&amp;M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O&amp;M readiness</dc:title>
  <dc:subject/>
  <dc:creator>Kieran Ferguson</dc:creator>
  <cp:keywords/>
  <dc:description>generated using python-pptx</dc:description>
  <cp:lastModifiedBy>Kieran Ferguson</cp:lastModifiedBy>
  <cp:revision>1</cp:revision>
  <dcterms:created xsi:type="dcterms:W3CDTF">2026-05-03T10:00:00Z</dcterms:created>
  <dcterms:modified xsi:type="dcterms:W3CDTF">2026-05-03T10:00:00Z</dcterms:modified>
  <cp:category/>
</cp:coreProperties>
</file>