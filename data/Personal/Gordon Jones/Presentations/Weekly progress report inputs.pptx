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Weekly progress report inputs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Gordon Jones · October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change order co-007 assessment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turbine installation readiness 2027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weekly progress report inputs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Weekly progress report inputs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Ask for input from Kieran Fraser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Prepare slides for Christian Neumann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Prepare slides for Elena Demir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Weekly progress report inputs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Weekly progress report inputs</dc:title>
  <dc:subject/>
  <dc:creator>Gordon Jones</dc:creator>
  <cp:keywords/>
  <dc:description>generated using python-pptx</dc:description>
  <cp:lastModifiedBy>Gordon Jones</cp:lastModifiedBy>
  <cp:revision>1</cp:revision>
  <dcterms:created xsi:type="dcterms:W3CDTF">2026-10-03T10:00:00Z</dcterms:created>
  <dcterms:modified xsi:type="dcterms:W3CDTF">2026-10-03T10:00:00Z</dcterms:modified>
  <cp:category/>
</cp:coreProperties>
</file>