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Change order CO-007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David Roberts ·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interface matrix halden / norfab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turbine installation readiness 2027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harrow bay monopile campaign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Change order CO-007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Rebecca Johnston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Gemma Kerr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Peter Vestergaard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Change order CO-007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Change order CO-007 assessment</dc:title>
  <dc:subject/>
  <dc:creator>David Roberts</dc:creator>
  <cp:keywords/>
  <dc:description>generated using python-pptx</dc:description>
  <cp:lastModifiedBy>David Roberts</cp:lastModifiedBy>
  <cp:revision>1</cp:revision>
  <dcterms:created xsi:type="dcterms:W3CDTF">2026-04-05T10:00:00Z</dcterms:created>
  <dcterms:modified xsi:type="dcterms:W3CDTF">2026-04-05T10:00:00Z</dcterms:modified>
  <cp:category/>
</cp:coreProperties>
</file>