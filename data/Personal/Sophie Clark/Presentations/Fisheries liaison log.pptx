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Fisheries liaison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Sophie Clark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fisheries liaison log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millbrook consultation #3 follow-up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schools programme 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Fisheries liaison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Olivia Duncan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Kieran Thomson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David Baker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Fisheries liaison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Fisheries liaison log</dc:title>
  <dc:subject/>
  <dc:creator>Sophie Clark</dc:creator>
  <cp:keywords/>
  <dc:description>generated using python-pptx</dc:description>
  <cp:lastModifiedBy>Sophie Clark</cp:lastModifiedBy>
  <cp:revision>1</cp:revision>
  <dcterms:created xsi:type="dcterms:W3CDTF">2026-09-29T10:00:00Z</dcterms:created>
  <dcterms:modified xsi:type="dcterms:W3CDTF">2026-09-29T10:00:00Z</dcterms:modified>
  <cp:category/>
</cp:coreProperties>
</file>