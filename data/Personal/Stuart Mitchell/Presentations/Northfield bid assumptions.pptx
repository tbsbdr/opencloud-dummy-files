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Northfield bid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Stuart Mitchell · 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investment committee paper draft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site screening shortlist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competitor watch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Northfield bid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Torbjørn Olsen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Clara Fischer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Hendrik Jensen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Northfield bid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Northfield bid assumptions</dc:title>
  <dc:subject/>
  <dc:creator>Stuart Mitchell</dc:creator>
  <cp:keywords/>
  <dc:description>generated using python-pptx</dc:description>
  <cp:lastModifiedBy>Stuart Mitchell</cp:lastModifiedBy>
  <cp:revision>1</cp:revision>
  <dcterms:created xsi:type="dcterms:W3CDTF">2025-12-18T10:00:00Z</dcterms:created>
  <dcterms:modified xsi:type="dcterms:W3CDTF">2025-12-18T10:00:00Z</dcterms:modified>
  <cp:category/>
</cp:coreProperties>
</file>