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SCADA tag 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Hilde Moen · March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design basis review comments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Next milestone for monopile fatigue check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met mast data qa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SCADA tag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Confirm dates with Jonas Sørensen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Prepare slides for David Thomson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Send updated figures to Christian Andersen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SCADA tag 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SCADA tag list</dc:title>
  <dc:subject/>
  <dc:creator>Hilde Moen</dc:creator>
  <cp:keywords/>
  <dc:description>generated using python-pptx</dc:description>
  <cp:lastModifiedBy>Hilde Moen</cp:lastModifiedBy>
  <cp:revision>1</cp:revision>
  <dcterms:created xsi:type="dcterms:W3CDTF">2026-03-31T10:00:00Z</dcterms:created>
  <dcterms:modified xsi:type="dcterms:W3CDTF">2026-03-31T10:00:00Z</dcterms:modified>
  <cp:category/>
</cp:coreProperties>
</file>