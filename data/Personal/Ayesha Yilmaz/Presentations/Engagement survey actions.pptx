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Engagement survey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Ayesha Yilmaz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training matrix update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recruiting pipeline edinburgh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onboarding plan new technicians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Nina Petrova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Leonie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Andrew Fraser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Engagement survey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Engagement survey actions</dc:title>
  <dc:subject/>
  <dc:creator>Ayesha Yilmaz</dc:creator>
  <cp:keywords/>
  <dc:description>generated using python-pptx</dc:description>
  <cp:lastModifiedBy>Ayesha Yilmaz</cp:lastModifiedBy>
  <cp:revision>1</cp:revision>
  <dcterms:created xsi:type="dcterms:W3CDTF">2026-08-28T10:00:00Z</dcterms:created>
  <dcterms:modified xsi:type="dcterms:W3CDTF">2026-08-28T10:00:00Z</dcterms:modified>
  <cp:category/>
</cp:coreProperties>
</file>