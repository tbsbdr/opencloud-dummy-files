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Skylark survey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Dr. Rachel Moss · January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seabird survey notes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skylark survey data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marine mammal observer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Skylark survey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Connor Hughes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Robert Morrison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Calum Hughes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Skylark survey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Skylark survey data</dc:title>
  <dc:subject/>
  <dc:creator>Dr. Rachel Moss</dc:creator>
  <cp:keywords/>
  <dc:description>generated using python-pptx</dc:description>
  <cp:lastModifiedBy>Dr. Rachel Moss</cp:lastModifiedBy>
  <cp:revision>1</cp:revision>
  <dcterms:created xsi:type="dcterms:W3CDTF">2026-01-16T10:00:00Z</dcterms:created>
  <dcterms:modified xsi:type="dcterms:W3CDTF">2026-01-16T10:00:00Z</dcterms:modified>
  <cp:category/>
</cp:coreProperties>
</file>