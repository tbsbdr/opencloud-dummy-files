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Protection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Connor Kennedy ·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connection offer clarifications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outage planning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protection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Protection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Luca Demir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Rachel Wood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Andrei Garcia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Protection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Protection settings</dc:title>
  <dc:subject/>
  <dc:creator>Connor Kennedy</dc:creator>
  <cp:keywords/>
  <dc:description>generated using python-pptx</dc:description>
  <cp:lastModifiedBy>Connor Kennedy</cp:lastModifiedBy>
  <cp:revision>1</cp:revision>
  <dcterms:created xsi:type="dcterms:W3CDTF">2026-04-04T10:00:00Z</dcterms:created>
  <dcterms:modified xsi:type="dcterms:W3CDTF">2026-04-04T10:00:00Z</dcterms:modified>
  <cp:category/>
</cp:coreProperties>
</file>