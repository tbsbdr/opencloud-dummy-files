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Service report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Hannah Brown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technician rota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service report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blade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report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Iain Thomson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Lewis Hamilton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Siobhan Wright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report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report summary</dc:title>
  <dc:subject/>
  <dc:creator>Hannah Brown</dc:creator>
  <cp:keywords/>
  <dc:description>generated using python-pptx</dc:description>
  <cp:lastModifiedBy>Hannah Brown</cp:lastModifiedBy>
  <cp:revision>1</cp:revision>
  <dcterms:created xsi:type="dcterms:W3CDTF">2026-08-19T10:00:00Z</dcterms:created>
  <dcterms:modified xsi:type="dcterms:W3CDTF">2026-08-19T10:00:00Z</dcterms:modified>
  <cp:category/>
</cp:coreProperties>
</file>