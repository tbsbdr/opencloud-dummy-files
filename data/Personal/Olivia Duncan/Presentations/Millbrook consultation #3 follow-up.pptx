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consultation #3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Olivia Duncan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schools programme dates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fisheries liaison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millbrook consultation #3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consultation #3 follow-up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Sophie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Megan Turner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Tom Berger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consultation #3 follow-up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consultation #3 follow-up</dc:title>
  <dc:subject/>
  <dc:creator>Olivia Duncan</dc:creator>
  <cp:keywords/>
  <dc:description>generated using python-pptx</dc:description>
  <cp:lastModifiedBy>Olivia Duncan</cp:lastModifiedBy>
  <cp:revision>1</cp:revision>
  <dcterms:created xsi:type="dcterms:W3CDTF">2026-07-23T10:00:00Z</dcterms:created>
  <dcterms:modified xsi:type="dcterms:W3CDTF">2026-07-23T10:00:00Z</dcterms:modified>
  <cp:category/>
</cp:coreProperties>
</file>