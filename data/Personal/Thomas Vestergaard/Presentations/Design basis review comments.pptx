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Design basis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Thomas Vestergaard · September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floating wind technology watch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design basis review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scada tag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Design basis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Emre Singh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Iain Reid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Isla Anderson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Design basis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basis review comments</dc:title>
  <dc:subject/>
  <dc:creator>Thomas Vestergaard</dc:creator>
  <cp:keywords/>
  <dc:description>generated using python-pptx</dc:description>
  <cp:lastModifiedBy>Thomas Vestergaard</cp:lastModifiedBy>
  <cp:revision>1</cp:revision>
  <dcterms:created xsi:type="dcterms:W3CDTF">2025-09-07T10:00:00Z</dcterms:created>
  <dcterms:modified xsi:type="dcterms:W3CDTF">2025-09-07T10:00:00Z</dcterms:modified>
  <cp:category/>
</cp:coreProperties>
</file>