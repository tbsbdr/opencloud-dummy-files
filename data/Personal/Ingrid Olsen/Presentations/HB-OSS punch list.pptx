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HB-OSS punch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Ingrid Olsen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topside commissioning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hb-oss punch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jacket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HB-OSS punch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Erik Solberg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Marte Moen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Iain Roberts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HB-OSS punch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HB-OSS punch list</dc:title>
  <dc:subject/>
  <dc:creator>Ingrid Olsen</dc:creator>
  <cp:keywords/>
  <dc:description>generated using python-pptx</dc:description>
  <cp:lastModifiedBy>Ingrid Olsen</cp:lastModifiedBy>
  <cp:revision>1</cp:revision>
  <dcterms:created xsi:type="dcterms:W3CDTF">2026-02-25T10:00:00Z</dcterms:created>
  <dcterms:modified xsi:type="dcterms:W3CDTF">2026-02-25T10:00:00Z</dcterms:modified>
  <cp:category/>
</cp:coreProperties>
</file>