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screening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Zara Rahman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site screening shortlist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investment committee paper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northfield bid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screening 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Stuart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Torbjørn Olsen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Hendrik Jensen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screening shortlist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screening shortlist</dc:title>
  <dc:subject/>
  <dc:creator>Zara Rahman</dc:creator>
  <cp:keywords/>
  <dc:description>generated using python-pptx</dc:description>
  <cp:lastModifiedBy>Zara Rahman</cp:lastModifiedBy>
  <cp:revision>1</cp:revision>
  <dcterms:created xsi:type="dcterms:W3CDTF">2026-10-03T10:00:00Z</dcterms:created>
  <dcterms:modified xsi:type="dcterms:W3CDTF">2026-10-03T10:00:00Z</dcterms:modified>
  <cp:category/>
</cp:coreProperties>
</file>