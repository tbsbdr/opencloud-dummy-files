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Ice detection settings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Jonas Vestergaard · January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spare parts min/max levels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harrow bay o&amp;m readiness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kestrel ridge availability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Andrei Mensah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Rebecca Mackenzie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Priya Tanaka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Ice detection settings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detection settings</dc:title>
  <dc:subject/>
  <dc:creator>Jonas Vestergaard</dc:creator>
  <cp:keywords/>
  <dc:description>generated using python-pptx</dc:description>
  <cp:lastModifiedBy>Jonas Vestergaard</cp:lastModifiedBy>
  <cp:revision>1</cp:revision>
  <dcterms:created xsi:type="dcterms:W3CDTF">2026-01-11T10:00:00Z</dcterms:created>
  <dcterms:modified xsi:type="dcterms:W3CDTF">2026-01-11T10:00:00Z</dcterms:modified>
  <cp:category/>
</cp:coreProperties>
</file>