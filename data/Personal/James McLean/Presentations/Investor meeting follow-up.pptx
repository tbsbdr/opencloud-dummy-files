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Investor meeting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James McLean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strategy 2030 workstreams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leadership offsite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investor meeting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meeting follow-up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Paul Wagner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Dr. Amara Okafor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Arjun Rossi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meeting follow-up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meeting follow-up</dc:title>
  <dc:subject/>
  <dc:creator>James McLean</dc:creator>
  <cp:keywords/>
  <dc:description>generated using python-pptx</dc:description>
  <cp:lastModifiedBy>James McLean</cp:lastModifiedBy>
  <cp:revision>1</cp:revision>
  <dcterms:created xsi:type="dcterms:W3CDTF">2026-01-10T10:00:00Z</dcterms:created>
  <dcterms:modified xsi:type="dcterms:W3CDTF">2026-01-10T10:00:00Z</dcterms:modified>
  <cp:category/>
</cp:coreProperties>
</file>