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Drawdown request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Emre Dubois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audit pbc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drawdown request preparation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forecast 8+4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request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Catriona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Jannik Werner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Gordon Anderson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request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Drawdown request preparation</dc:title>
  <dc:subject/>
  <dc:creator>Emre Dubois</dc:creator>
  <cp:keywords/>
  <dc:description>generated using python-pptx</dc:description>
  <cp:lastModifiedBy>Emre Dubois</cp:lastModifiedBy>
  <cp:revision>1</cp:revision>
  <dcterms:created xsi:type="dcterms:W3CDTF">2026-07-24T10:00:00Z</dcterms:created>
  <dcterms:modified xsi:type="dcterms:W3CDTF">2026-07-24T10:00:00Z</dcterms:modified>
  <cp:category/>
</cp:coreProperties>
</file>