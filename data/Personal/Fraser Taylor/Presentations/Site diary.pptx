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diary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Fraser Taylor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site diary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onshore cable trench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traffic management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Lewis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James Scott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James Walker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diary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diary</dc:title>
  <dc:subject/>
  <dc:creator>Fraser Taylor</dc:creator>
  <cp:keywords/>
  <dc:description>generated using python-pptx</dc:description>
  <cp:lastModifiedBy>Fraser Taylor</cp:lastModifiedBy>
  <cp:revision>1</cp:revision>
  <dcterms:created xsi:type="dcterms:W3CDTF">2026-09-29T10:00:00Z</dcterms:created>
  <dcterms:modified xsi:type="dcterms:W3CDTF">2026-09-29T10:00:00Z</dcterms:modified>
  <cp:category/>
</cp:coreProperties>
</file>