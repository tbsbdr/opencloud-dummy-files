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Wiebke Neumann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hts-12 delivery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commissioning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Ida Olsen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Søren Petersen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Maja Jensen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HTS-12 delivery schedule</dc:title>
  <dc:subject/>
  <dc:creator>Wiebke Neumann</dc:creator>
  <cp:keywords/>
  <dc:description>generated using python-pptx</dc:description>
  <cp:lastModifiedBy>Wiebke Neumann</cp:lastModifiedBy>
  <cp:revision>1</cp:revision>
  <dcterms:created xsi:type="dcterms:W3CDTF">2026-04-23T10:00:00Z</dcterms:created>
  <dcterms:modified xsi:type="dcterms:W3CDTF">2026-04-23T10:00:00Z</dcterms:modified>
  <cp:category/>
</cp:coreProperties>
</file>