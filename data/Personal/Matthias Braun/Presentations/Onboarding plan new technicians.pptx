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Onboarding plan new technicians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Matthias Braun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engagement survey actions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job description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onboarding plan new technicians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Onboarding plan new technicians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Tobias Krüger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Julia Hoffmann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Ayesha Yilmaz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Onboarding plan new technicians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plan new technicians</dc:title>
  <dc:subject/>
  <dc:creator>Matthias Braun</dc:creator>
  <cp:keywords/>
  <dc:description>generated using python-pptx</dc:description>
  <cp:lastModifiedBy>Matthias Braun</cp:lastModifiedBy>
  <cp:revision>1</cp:revision>
  <dcterms:created xsi:type="dcterms:W3CDTF">2026-09-15T10:00:00Z</dcterms:created>
  <dcterms:modified xsi:type="dcterms:W3CDTF">2026-09-15T10:00:00Z</dcterms:modified>
  <cp:category/>
</cp:coreProperties>
</file>