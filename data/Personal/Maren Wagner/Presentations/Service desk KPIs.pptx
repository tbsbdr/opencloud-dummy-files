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Service desk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Maren Wagner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change request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patch management report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service desk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Service desk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Florian Brandt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Katharina Schmitt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Anna Braun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Service desk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desk KPIs</dc:title>
  <dc:subject/>
  <dc:creator>Maren Wagner</dc:creator>
  <cp:keywords/>
  <dc:description>generated using python-pptx</dc:description>
  <cp:lastModifiedBy>Maren Wagner</cp:lastModifiedBy>
  <cp:revision>1</cp:revision>
  <dcterms:created xsi:type="dcterms:W3CDTF">2026-02-21T10:00:00Z</dcterms:created>
  <dcterms:modified xsi:type="dcterms:W3CDTF">2026-02-21T10:00:00Z</dcterms:modified>
  <cp:category/>
</cp:coreProperties>
</file>