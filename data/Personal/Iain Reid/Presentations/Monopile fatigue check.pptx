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Iain Reid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array cable routing options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wake loss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Zara Chen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Elena Sato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Gustav Andersson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Iain Reid</dc:creator>
  <cp:keywords/>
  <dc:description>generated using python-pptx</dc:description>
  <cp:lastModifiedBy>Iain Reid</cp:lastModifiedBy>
  <cp:revision>1</cp:revision>
  <dcterms:created xsi:type="dcterms:W3CDTF">2026-10-03T10:00:00Z</dcterms:created>
  <dcterms:modified xsi:type="dcterms:W3CDTF">2026-10-03T10:00:00Z</dcterms:modified>
  <cp:category/>
</cp:coreProperties>
</file>