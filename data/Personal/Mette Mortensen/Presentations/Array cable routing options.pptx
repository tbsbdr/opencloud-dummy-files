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Array cable routing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Mette Mortensen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wake loss sensitivity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design basis review comments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array cable routing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Array cable routing options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Ahmed Yilmaz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Siobhan Brown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Niklas Köhler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Array cable routing options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 cable routing options</dc:title>
  <dc:subject/>
  <dc:creator>Mette Mortensen</dc:creator>
  <cp:keywords/>
  <dc:description>generated using python-pptx</dc:description>
  <cp:lastModifiedBy>Mette Mortensen</cp:lastModifiedBy>
  <cp:revision>1</cp:revision>
  <dcterms:created xsi:type="dcterms:W3CDTF">2026-09-02T10:00:00Z</dcterms:created>
  <dcterms:modified xsi:type="dcterms:W3CDTF">2026-09-02T10:00:00Z</dcterms:modified>
  <cp:category/>
</cp:coreProperties>
</file>