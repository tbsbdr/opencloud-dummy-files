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Backup restore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Hiroshi Novak · November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backup restore test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laptop rollout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opencloud migration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Backup restore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Sindre Haugen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Jan Kowalski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Ingrid Popescu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Backup restore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Backup restore test</dc:title>
  <dc:subject/>
  <dc:creator>Hiroshi Novak</dc:creator>
  <cp:keywords/>
  <dc:description>generated using python-pptx</dc:description>
  <cp:lastModifiedBy>Hiroshi Novak</cp:lastModifiedBy>
  <cp:revision>1</cp:revision>
  <dcterms:created xsi:type="dcterms:W3CDTF">2025-11-19T10:00:00Z</dcterms:created>
  <dcterms:modified xsi:type="dcterms:W3CDTF">2025-11-19T10:00:00Z</dcterms:modified>
  <cp:category/>
</cp:coreProperties>
</file>