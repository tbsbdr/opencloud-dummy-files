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Cost centre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Anna Schulte · October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capex tracker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forecast 8+4 inputs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cost centre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Cost centre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Laura Lange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Peter Jensen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Hendrik Bauer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Cost centre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centre review</dc:title>
  <dc:subject/>
  <dc:creator>Anna Schulte</dc:creator>
  <cp:keywords/>
  <dc:description>generated using python-pptx</dc:description>
  <cp:lastModifiedBy>Anna Schulte</cp:lastModifiedBy>
  <cp:revision>1</cp:revision>
  <dcterms:created xsi:type="dcterms:W3CDTF">2025-10-28T10:00:00Z</dcterms:created>
  <dcterms:modified xsi:type="dcterms:W3CDTF">2025-10-28T10:00:00Z</dcterms:modified>
  <cp:category/>
</cp:coreProperties>
</file>