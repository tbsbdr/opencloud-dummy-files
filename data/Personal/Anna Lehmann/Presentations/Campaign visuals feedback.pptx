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Campaign visuals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Lehmann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annual report layout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website wireframes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campaign visuals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Campaign visuals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Daniel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Jesper Jørgensen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Sofie Kristensen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Campaign visuals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visuals feedback</dc:title>
  <dc:subject/>
  <dc:creator>Anna Lehmann</dc:creator>
  <cp:keywords/>
  <dc:description>generated using python-pptx</dc:description>
  <cp:lastModifiedBy>Anna Lehmann</cp:lastModifiedBy>
  <cp:revision>1</cp:revision>
  <dcterms:created xsi:type="dcterms:W3CDTF">2026-08-10T10:00:00Z</dcterms:created>
  <dcterms:modified xsi:type="dcterms:W3CDTF">2026-08-10T10:00:00Z</dcterms:modified>
  <cp:category/>
</cp:coreProperties>
</file>