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Factory acceptance test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Rosie Burns ·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export cable 2 re-manufacture plan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cable lay sequence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factory acceptance test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Factory acceptance test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Olga Ivanova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Share draft with Duncan Duncan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Gemma Mitchell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Factory acceptance test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Factory acceptance test report</dc:title>
  <dc:subject/>
  <dc:creator>Rosie Burns</dc:creator>
  <cp:keywords/>
  <dc:description>generated using python-pptx</dc:description>
  <cp:lastModifiedBy>Rosie Burns</cp:lastModifiedBy>
  <cp:revision>1</cp:revision>
  <dcterms:created xsi:type="dcterms:W3CDTF">2026-07-29T10:00:00Z</dcterms:created>
  <dcterms:modified xsi:type="dcterms:W3CDTF">2026-07-29T10:00:00Z</dcterms:modified>
  <cp:category/>
</cp:coreProperties>
</file>