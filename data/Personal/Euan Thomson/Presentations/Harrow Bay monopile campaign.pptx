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Harrow Bay monopile campaign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Euan Thomson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interface matrix halden / norfab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turbine installation readiness 2027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export cable 2 recovery plan (hb-risk-017)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Harrow Bay monopile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Ella Jones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Amara Popescu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Jonas Dahl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Harrow Bay monopile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Harrow Bay monopile campaign</dc:title>
  <dc:subject/>
  <dc:creator>Euan Thomson</dc:creator>
  <cp:keywords/>
  <dc:description>generated using python-pptx</dc:description>
  <cp:lastModifiedBy>Euan Thomson</cp:lastModifiedBy>
  <cp:revision>1</cp:revision>
  <dcterms:created xsi:type="dcterms:W3CDTF">2026-09-07T10:00:00Z</dcterms:created>
  <dcterms:modified xsi:type="dcterms:W3CDTF">2026-09-07T10:00:00Z</dcterms:modified>
  <cp:category/>
</cp:coreProperties>
</file>