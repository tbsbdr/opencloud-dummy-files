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OpenCloud migration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Liam Clark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phishing simulation results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iso 27001 control evidence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laptop rollout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OpenCloud migration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Katarzyna Nowak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Sören Lange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Christian Hansen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OpenCloud migration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OpenCloud migration tasks</dc:title>
  <dc:subject/>
  <dc:creator>Liam Clark</dc:creator>
  <cp:keywords/>
  <dc:description>generated using python-pptx</dc:description>
  <cp:lastModifiedBy>Liam Clark</cp:lastModifiedBy>
  <cp:revision>1</cp:revision>
  <dcterms:created xsi:type="dcterms:W3CDTF">2026-09-23T10:00:00Z</dcterms:created>
  <dcterms:modified xsi:type="dcterms:W3CDTF">2026-09-23T10:00:00Z</dcterms:modified>
  <cp:category/>
</cp:coreProperties>
</file>