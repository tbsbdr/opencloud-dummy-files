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Logistics plan Port of Eastholm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Lucía Novak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supplier audit rhenus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logistics plan port of eastholm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supplier esg questionnaire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Logistics plan Port of Eastholm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Lena Müller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Frank Koch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Gordon Ferguson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Logistics plan Port of Eastholm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Logistics plan Port of Eastholm</dc:title>
  <dc:subject/>
  <dc:creator>Lucía Novak</dc:creator>
  <cp:keywords/>
  <dc:description>generated using python-pptx</dc:description>
  <cp:lastModifiedBy>Lucía Novak</cp:lastModifiedBy>
  <cp:revision>1</cp:revision>
  <dcterms:created xsi:type="dcterms:W3CDTF">2026-04-15T10:00:00Z</dcterms:created>
  <dcterms:modified xsi:type="dcterms:W3CDTF">2026-04-15T10:00:00Z</dcterms:modified>
  <cp:category/>
</cp:coreProperties>
</file>