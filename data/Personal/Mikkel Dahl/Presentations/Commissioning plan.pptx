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377440"/>
            <a:ext cx="1097280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Commissioning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DCEBF0"/>
                </a:solidFill>
                <a:latin typeface="Arial"/>
              </a:rPr>
              <a:t>Mikkel Dahl · September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  <a:latin typeface="Arial"/>
              </a:rPr>
              <a:t>WEYLAND ENERGY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Where we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Next milestone for installation manual comments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Next milestone for hts-12 delivery schedule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Next milestone for commissioning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Commissioning plan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Review comments from Line Møller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Check open points with Karen Vestergaard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Check open points with Freja Lund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Commissioning plan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Commissioning plan</dc:title>
  <dc:subject/>
  <dc:creator>Mikkel Dahl</dc:creator>
  <cp:keywords/>
  <dc:description>generated using python-pptx</dc:description>
  <cp:lastModifiedBy>Mikkel Dahl</cp:lastModifiedBy>
  <cp:revision>1</cp:revision>
  <dcterms:created xsi:type="dcterms:W3CDTF">2026-09-21T10:00:00Z</dcterms:created>
  <dcterms:modified xsi:type="dcterms:W3CDTF">2026-09-21T10:00:00Z</dcterms:modified>
  <cp:category/>
</cp:coreProperties>
</file>