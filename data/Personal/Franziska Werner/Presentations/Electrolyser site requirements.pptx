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Electrolyser site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Franziska Werner ·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ppa invoicing questions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green steel offtake profile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electrolyser site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Electrolyser site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Mateo Haddad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Sören Wolf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Nadine Meyer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Electrolyser site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Electrolyser site requirements</dc:title>
  <dc:subject/>
  <dc:creator>Franziska Werner</dc:creator>
  <cp:keywords/>
  <dc:description>generated using python-pptx</dc:description>
  <cp:lastModifiedBy>Franziska Werner</cp:lastModifiedBy>
  <cp:revision>1</cp:revision>
  <dcterms:created xsi:type="dcterms:W3CDTF">2026-03-19T10:00:00Z</dcterms:created>
  <dcterms:modified xsi:type="dcterms:W3CDTF">2026-03-19T10:00:00Z</dcterms:modified>
  <cp:category/>
</cp:coreProperties>
</file>