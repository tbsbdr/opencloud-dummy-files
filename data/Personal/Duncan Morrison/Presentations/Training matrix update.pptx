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Training matrix update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Duncan Morrison · October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recruiting pipeline edinburgh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job description review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engagement survey 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Training matrix update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Mark Scott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Julia Hoffmann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Matthias Braun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Training matrix update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Training matrix update</dc:title>
  <dc:subject/>
  <dc:creator>Duncan Morrison</dc:creator>
  <cp:keywords/>
  <dc:description>generated using python-pptx</dc:description>
  <cp:lastModifiedBy>Duncan Morrison</cp:lastModifiedBy>
  <cp:revision>1</cp:revision>
  <dcterms:created xsi:type="dcterms:W3CDTF">2025-10-04T10:00:00Z</dcterms:created>
  <dcterms:modified xsi:type="dcterms:W3CDTF">2025-10-04T10:00:00Z</dcterms:modified>
  <cp:category/>
</cp:coreProperties>
</file>