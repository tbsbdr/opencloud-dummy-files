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Investor Q&amp;A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Fiona Campbell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lender q3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investor q&amp;a update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esg rating questionnaire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Q&amp;A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Lukas Jürgens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Anna Köhler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Franziska Hofmann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Q&amp;A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Q&amp;A update</dc:title>
  <dc:subject/>
  <dc:creator>Fiona Campbell</dc:creator>
  <cp:keywords/>
  <dc:description>generated using python-pptx</dc:description>
  <cp:lastModifiedBy>Fiona Campbell</cp:lastModifiedBy>
  <cp:revision>1</cp:revision>
  <dcterms:created xsi:type="dcterms:W3CDTF">2026-04-26T10:00:00Z</dcterms:created>
  <dcterms:modified xsi:type="dcterms:W3CDTF">2026-04-26T10:00:00Z</dcterms:modified>
  <cp:category/>
</cp:coreProperties>
</file>