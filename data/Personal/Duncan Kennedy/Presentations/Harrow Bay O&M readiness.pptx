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Harrow Bay O&amp;M readiness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Duncan Kennedy · September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ice detection settings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spare parts min/max levels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Liam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Mark Taylor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Frederik Petersen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Harrow Bay O&amp;M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Harrow Bay O&amp;M readiness</dc:title>
  <dc:subject/>
  <dc:creator>Duncan Kennedy</dc:creator>
  <cp:keywords/>
  <dc:description>generated using python-pptx</dc:description>
  <cp:lastModifiedBy>Duncan Kennedy</cp:lastModifiedBy>
  <cp:revision>1</cp:revision>
  <dcterms:created xsi:type="dcterms:W3CDTF">2025-09-27T10:00:00Z</dcterms:created>
  <dcterms:modified xsi:type="dcterms:W3CDTF">2025-09-27T10:00:00Z</dcterms:modified>
  <cp:category/>
</cp:coreProperties>
</file>