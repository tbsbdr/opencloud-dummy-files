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Heather Mitchell ·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bubble curtain monitoring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toolbox talk – dropped objects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hse-inc-2026-018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Euan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Lauren Macdonald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Callum Evans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inspection findings</dc:title>
  <dc:subject/>
  <dc:creator>Heather Mitchell</dc:creator>
  <cp:keywords/>
  <dc:description>generated using python-pptx</dc:description>
  <cp:lastModifiedBy>Heather Mitchell</cp:lastModifiedBy>
  <cp:revision>1</cp:revision>
  <dcterms:created xsi:type="dcterms:W3CDTF">2025-12-08T10:00:00Z</dcterms:created>
  <dcterms:modified xsi:type="dcterms:W3CDTF">2025-12-08T10:00:00Z</dcterms:modified>
  <cp:category/>
</cp:coreProperties>
</file>