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Onshore cable trench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Iain Burns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site diary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onshore cable trench progress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traffic management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Onshore cable trench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Sophie Campbell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Lewis Clark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Iain Robertson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Onshore cable trench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Onshore cable trench progress</dc:title>
  <dc:subject/>
  <dc:creator>Iain Burns</dc:creator>
  <cp:keywords/>
  <dc:description>generated using python-pptx</dc:description>
  <cp:lastModifiedBy>Iain Burns</cp:lastModifiedBy>
  <cp:revision>1</cp:revision>
  <dcterms:created xsi:type="dcterms:W3CDTF">2026-05-30T10:00:00Z</dcterms:created>
  <dcterms:modified xsi:type="dcterms:W3CDTF">2026-05-30T10:00:00Z</dcterms:modified>
  <cp:category/>
</cp:coreProperties>
</file>