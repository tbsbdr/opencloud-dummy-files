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3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2377440"/>
            <a:ext cx="1097280" cy="73152"/>
          </a:xfrm>
          <a:prstGeom prst="rect">
            <a:avLst/>
          </a:prstGeom>
          <a:solidFill>
            <a:srgbClr val="F2B1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560320"/>
            <a:ext cx="100584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4000">
                <a:solidFill>
                  <a:srgbClr val="FFFFFF"/>
                </a:solidFill>
                <a:latin typeface="Arial"/>
              </a:rPr>
              <a:t>Turbine installation readiness 2027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93192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2000">
                <a:solidFill>
                  <a:srgbClr val="DCEBF0"/>
                </a:solidFill>
                <a:latin typeface="Arial"/>
              </a:rPr>
              <a:t>Ryan Baker · January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4864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1200">
                <a:solidFill>
                  <a:srgbClr val="FFFFFF"/>
                </a:solidFill>
                <a:latin typeface="Arial"/>
              </a:rPr>
              <a:t>WEYLAND ENERGY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A2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2800">
                <a:solidFill>
                  <a:srgbClr val="0B3C5D"/>
                </a:solidFill>
                <a:latin typeface="Arial"/>
              </a:rPr>
              <a:t>Where we are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645920"/>
            <a:ext cx="109728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1800">
                <a:solidFill>
                  <a:srgbClr val="22303C"/>
                </a:solidFill>
                <a:latin typeface="Arial"/>
              </a:rPr>
              <a:t>•  Next milestone for weekly progress report inputs</a:t>
            </a:r>
          </a:p>
          <a:p>
            <a:r>
              <a:rPr b="0" sz="1800">
                <a:solidFill>
                  <a:srgbClr val="22303C"/>
                </a:solidFill>
                <a:latin typeface="Arial"/>
              </a:rPr>
              <a:t>•  Good progress on export cable 2 recovery plan (hb-risk-017)</a:t>
            </a:r>
          </a:p>
          <a:p>
            <a:r>
              <a:rPr b="0" sz="1800">
                <a:solidFill>
                  <a:srgbClr val="22303C"/>
                </a:solidFill>
                <a:latin typeface="Arial"/>
              </a:rPr>
              <a:t>•  Next milestone for harrow bay monopile campaign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900">
                <a:solidFill>
                  <a:srgbClr val="4A5A68"/>
                </a:solidFill>
                <a:latin typeface="Arial"/>
              </a:rPr>
              <a:t>WEYLAND ENERGY  ·  Turbine installation readiness 2027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94415" y="640080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b="0" sz="900">
                <a:solidFill>
                  <a:srgbClr val="4A5A68"/>
                </a:solidFill>
                <a:latin typeface="Arial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A2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2800">
                <a:solidFill>
                  <a:srgbClr val="0B3C5D"/>
                </a:solidFill>
                <a:latin typeface="Arial"/>
              </a:rPr>
              <a:t>Next steps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645920"/>
            <a:ext cx="109728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1800">
                <a:solidFill>
                  <a:srgbClr val="22303C"/>
                </a:solidFill>
                <a:latin typeface="Arial"/>
              </a:rPr>
              <a:t>•  Ask for input from Gemma Kerr</a:t>
            </a:r>
          </a:p>
          <a:p>
            <a:r>
              <a:rPr b="0" sz="1800">
                <a:solidFill>
                  <a:srgbClr val="22303C"/>
                </a:solidFill>
                <a:latin typeface="Arial"/>
              </a:rPr>
              <a:t>•  Send updated figures to Joanna Wójcik</a:t>
            </a:r>
          </a:p>
          <a:p>
            <a:r>
              <a:rPr b="0" sz="1800">
                <a:solidFill>
                  <a:srgbClr val="22303C"/>
                </a:solidFill>
                <a:latin typeface="Arial"/>
              </a:rPr>
              <a:t>•  Ask for input from Birgit Schwarz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900">
                <a:solidFill>
                  <a:srgbClr val="4A5A68"/>
                </a:solidFill>
                <a:latin typeface="Arial"/>
              </a:rPr>
              <a:t>WEYLAND ENERGY  ·  Turbine installation readiness 2027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94415" y="640080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b="0" sz="900">
                <a:solidFill>
                  <a:srgbClr val="4A5A68"/>
                </a:solidFill>
                <a:latin typeface="Arial"/>
              </a:rPr>
              <a:t>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Turbine installation readiness 2027</dc:title>
  <dc:subject/>
  <dc:creator>Ryan Baker</dc:creator>
  <cp:keywords/>
  <dc:description>generated using python-pptx</dc:description>
  <cp:lastModifiedBy>Ryan Baker</cp:lastModifiedBy>
  <cp:revision>1</cp:revision>
  <dcterms:created xsi:type="dcterms:W3CDTF">2026-01-09T10:00:00Z</dcterms:created>
  <dcterms:modified xsi:type="dcterms:W3CDTF">2026-01-09T10:00:00Z</dcterms:modified>
  <cp:category/>
</cp:coreProperties>
</file>