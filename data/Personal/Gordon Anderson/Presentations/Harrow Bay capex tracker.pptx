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capex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Gordon Anderson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capex tracker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forecast 8+4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cost centre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capex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Hendrik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Diego Rossi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Thomas Bauer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capex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capex tracker</dc:title>
  <dc:subject/>
  <dc:creator>Gordon Anderson</dc:creator>
  <cp:keywords/>
  <dc:description>generated using python-pptx</dc:description>
  <cp:lastModifiedBy>Gordon Anderson</cp:lastModifiedBy>
  <cp:revision>1</cp:revision>
  <dcterms:created xsi:type="dcterms:W3CDTF">2026-06-21T10:00:00Z</dcterms:created>
  <dcterms:modified xsi:type="dcterms:W3CDTF">2026-06-21T10:00:00Z</dcterms:modified>
  <cp:category/>
</cp:coreProperties>
</file>