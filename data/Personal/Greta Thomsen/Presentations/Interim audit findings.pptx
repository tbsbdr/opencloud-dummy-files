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Interim 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Greta Thomsen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interim audit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audit planning memo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Interim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Andreas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Paula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Hendrik Klein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Interim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Interim audit findings</dc:title>
  <dc:subject/>
  <dc:creator>Greta Thomsen</dc:creator>
  <cp:keywords/>
  <dc:description>generated using python-pptx</dc:description>
  <cp:lastModifiedBy>Greta Thomsen</cp:lastModifiedBy>
  <cp:revision>1</cp:revision>
  <dcterms:created xsi:type="dcterms:W3CDTF">2026-01-12T10:00:00Z</dcterms:created>
  <dcterms:modified xsi:type="dcterms:W3CDTF">2026-01-12T10:00:00Z</dcterms:modified>
  <cp:category/>
</cp:coreProperties>
</file>