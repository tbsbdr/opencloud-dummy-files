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Niklas Köhler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geotechnical boulder field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scada tag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Geotechnical boulder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Ahmed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Jonas Christensen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Robert Walker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Geotechnical boulder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Geotechnical boulder field</dc:title>
  <dc:subject/>
  <dc:creator>Niklas Köhler</dc:creator>
  <cp:keywords/>
  <dc:description>generated using python-pptx</dc:description>
  <cp:lastModifiedBy>Niklas Köhler</cp:lastModifiedBy>
  <cp:revision>1</cp:revision>
  <dcterms:created xsi:type="dcterms:W3CDTF">2026-10-03T10:00:00Z</dcterms:created>
  <dcterms:modified xsi:type="dcterms:W3CDTF">2026-10-03T10:00:00Z</dcterms:modified>
  <cp:category/>
</cp:coreProperties>
</file>