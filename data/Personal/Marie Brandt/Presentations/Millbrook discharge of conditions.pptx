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Millbrook discharge of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Marie Brandt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fenwick grid application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nordgrid connection offer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consent condition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discharge of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Niklas Werner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Jonas Klein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Sebastian Braun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discharge of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Millbrook discharge of conditions</dc:title>
  <dc:subject/>
  <dc:creator>Marie Brandt</dc:creator>
  <cp:keywords/>
  <dc:description>generated using python-pptx</dc:description>
  <cp:lastModifiedBy>Marie Brandt</cp:lastModifiedBy>
  <cp:revision>1</cp:revision>
  <dcterms:created xsi:type="dcterms:W3CDTF">2026-02-25T10:00:00Z</dcterms:created>
  <dcterms:modified xsi:type="dcterms:W3CDTF">2026-02-25T10:00:00Z</dcterms:modified>
  <cp:category/>
</cp:coreProperties>
</file>