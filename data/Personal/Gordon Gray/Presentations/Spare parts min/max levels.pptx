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Spare parts min/max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Gordon Gray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spare parts min/max levels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blade inspection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t-07 gearbox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Hiroshi Fernández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Emre Rossi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Rosie Graham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Spare parts min/max levels</dc:title>
  <dc:subject/>
  <dc:creator>Gordon Gray</dc:creator>
  <cp:keywords/>
  <dc:description>generated using python-pptx</dc:description>
  <cp:lastModifiedBy>Gordon Gray</cp:lastModifiedBy>
  <cp:revision>1</cp:revision>
  <dcterms:created xsi:type="dcterms:W3CDTF">2026-09-09T10:00:00Z</dcterms:created>
  <dcterms:modified xsi:type="dcterms:W3CDTF">2026-09-09T10:00:00Z</dcterms:modified>
  <cp:category/>
</cp:coreProperties>
</file>