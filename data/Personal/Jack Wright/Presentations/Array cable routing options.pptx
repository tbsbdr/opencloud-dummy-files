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Array cable routing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Jack Wright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wake loss sensitivity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geotechnical boulder field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design basis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Array cable routing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Thomas Mortensen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Christian Andersen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Sofie Lindqvist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Array cable routing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cable routing options</dc:title>
  <dc:subject/>
  <dc:creator>Jack Wright</dc:creator>
  <cp:keywords/>
  <dc:description>generated using python-pptx</dc:description>
  <cp:lastModifiedBy>Jack Wright</cp:lastModifiedBy>
  <cp:revision>1</cp:revision>
  <dcterms:created xsi:type="dcterms:W3CDTF">2026-05-26T10:00:00Z</dcterms:created>
  <dcterms:modified xsi:type="dcterms:W3CDTF">2026-05-26T10:00:00Z</dcterms:modified>
  <cp:category/>
</cp:coreProperties>
</file>