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Backup restore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 Kowalski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phishing simulation results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backup restore test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iso 27001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Backup restore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Tomasz Nowak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Sindre Haugen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Hiroshi Novak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Backup restore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 restore test</dc:title>
  <dc:subject/>
  <dc:creator>Jan Kowalski</dc:creator>
  <cp:keywords/>
  <dc:description>generated using python-pptx</dc:description>
  <cp:lastModifiedBy>Jan Kowalski</cp:lastModifiedBy>
  <cp:revision>1</cp:revision>
  <dcterms:created xsi:type="dcterms:W3CDTF">2026-09-02T10:00:00Z</dcterms:created>
  <dcterms:modified xsi:type="dcterms:W3CDTF">2026-09-02T10:00:00Z</dcterms:modified>
  <cp:category/>
</cp:coreProperties>
</file>