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Change order CO-007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Julie Madsen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port of eastholm laydown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change order co-007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weekly progress report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order CO-007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Hannah Gray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Lucía Silva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Michael Friedrich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order CO-007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 order CO-007 assessment</dc:title>
  <dc:subject/>
  <dc:creator>Julie Madsen</dc:creator>
  <cp:keywords/>
  <dc:description>generated using python-pptx</dc:description>
  <cp:lastModifiedBy>Julie Madsen</cp:lastModifiedBy>
  <cp:revision>1</cp:revision>
  <dcterms:created xsi:type="dcterms:W3CDTF">2026-03-08T10:00:00Z</dcterms:created>
  <dcterms:modified xsi:type="dcterms:W3CDTF">2026-03-08T10:00:00Z</dcterms:modified>
  <cp:category/>
</cp:coreProperties>
</file>