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Control room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Fabian Vogel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t-07 gearbox lessons learned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ice detection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blade inspection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Control room handover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Yusuf Popescu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Gemma Fraser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Astrid Mortensen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Control room handover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room handover</dc:title>
  <dc:subject/>
  <dc:creator>Fabian Vogel</dc:creator>
  <cp:keywords/>
  <dc:description>generated using python-pptx</dc:description>
  <cp:lastModifiedBy>Fabian Vogel</cp:lastModifiedBy>
  <cp:revision>1</cp:revision>
  <dcterms:created xsi:type="dcterms:W3CDTF">2026-09-15T10:00:00Z</dcterms:created>
  <dcterms:modified xsi:type="dcterms:W3CDTF">2026-09-15T10:00:00Z</dcterms:modified>
  <cp:category/>
</cp:coreProperties>
</file>