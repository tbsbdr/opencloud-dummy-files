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PPA WE-PPA-2026-004 obligations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Emma Wilson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nda review queue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contract register clean-up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severn delay notice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PPA WE-PPA-2026-004 obligations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Ryan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Priya Nair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Lukas Meyer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PPA WE-PPA-2026-004 obligations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WE-PPA-2026-004 obligations</dc:title>
  <dc:subject/>
  <dc:creator>Emma Wilson</dc:creator>
  <cp:keywords/>
  <dc:description>generated using python-pptx</dc:description>
  <cp:lastModifiedBy>Emma Wilson</cp:lastModifiedBy>
  <cp:revision>1</cp:revision>
  <dcterms:created xsi:type="dcterms:W3CDTF">2026-09-15T10:00:00Z</dcterms:created>
  <dcterms:modified xsi:type="dcterms:W3CDTF">2026-09-15T10:00:00Z</dcterms:modified>
  <cp:category/>
</cp:coreProperties>
</file>