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Interview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Calum Turner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interview notes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translation glossary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photo shoot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Interview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Mark Baker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Samuel Ivanova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Scott Wood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Interview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Interview notes</dc:title>
  <dc:subject/>
  <dc:creator>Calum Turner</dc:creator>
  <cp:keywords/>
  <dc:description>generated using python-pptx</dc:description>
  <cp:lastModifiedBy>Calum Turner</cp:lastModifiedBy>
  <cp:revision>1</cp:revision>
  <dcterms:created xsi:type="dcterms:W3CDTF">2026-09-11T10:00:00Z</dcterms:created>
  <dcterms:modified xsi:type="dcterms:W3CDTF">2026-09-11T10:00:00Z</dcterms:modified>
  <cp:category/>
</cp:coreProperties>
</file>