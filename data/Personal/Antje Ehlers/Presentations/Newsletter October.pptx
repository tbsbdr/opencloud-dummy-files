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Newsletter October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Antje Ehlers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summit photo selection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newsletter october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powering the north content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Newsletter October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Leah Goldberg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Fatima Nguyen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Noah Fischer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Newsletter October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Newsletter October</dc:title>
  <dc:subject/>
  <dc:creator>Antje Ehlers</dc:creator>
  <cp:keywords/>
  <dc:description>generated using python-pptx</dc:description>
  <cp:lastModifiedBy>Antje Ehlers</cp:lastModifiedBy>
  <cp:revision>1</cp:revision>
  <dcterms:created xsi:type="dcterms:W3CDTF">2026-10-03T10:00:00Z</dcterms:created>
  <dcterms:modified xsi:type="dcterms:W3CDTF">2026-10-03T10:00:00Z</dcterms:modified>
  <cp:category/>
</cp:coreProperties>
</file>