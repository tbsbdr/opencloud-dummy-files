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Export cable 2 recovery plan (HB-RISK-017)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Calum Gray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change order co-007 assessment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turbine installation readiness 2027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millbrook planning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Export cable 2 recovery plan (HB-RISK-017)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Kofi Dubois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Eilidh Wright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Greta Fischer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Export cable 2 recovery plan (HB-RISK-017)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 cable 2 recovery plan (HB-RISK-017)</dc:title>
  <dc:subject/>
  <dc:creator>Calum Gray</dc:creator>
  <cp:keywords/>
  <dc:description>generated using python-pptx</dc:description>
  <cp:lastModifiedBy>Calum Gray</cp:lastModifiedBy>
  <cp:revision>1</cp:revision>
  <dcterms:created xsi:type="dcterms:W3CDTF">2026-09-26T10:00:00Z</dcterms:created>
  <dcterms:modified xsi:type="dcterms:W3CDTF">2026-09-26T10:00:00Z</dcterms:modified>
  <cp:category/>
</cp:coreProperties>
</file>