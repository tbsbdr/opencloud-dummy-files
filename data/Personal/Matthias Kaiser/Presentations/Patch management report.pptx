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Patch management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Matthias Kaiser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patch management report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service desk kpis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change request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Patch management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Anna Braun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Clara Friedrich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Stefan Schröder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Patch management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Patch management report</dc:title>
  <dc:subject/>
  <dc:creator>Matthias Kaiser</dc:creator>
  <cp:keywords/>
  <dc:description>generated using python-pptx</dc:description>
  <cp:lastModifiedBy>Matthias Kaiser</cp:lastModifiedBy>
  <cp:revision>1</cp:revision>
  <dcterms:created xsi:type="dcterms:W3CDTF">2026-10-03T10:00:00Z</dcterms:created>
  <dcterms:modified xsi:type="dcterms:W3CDTF">2026-10-03T10:00:00Z</dcterms:modified>
  <cp:category/>
</cp:coreProperties>
</file>