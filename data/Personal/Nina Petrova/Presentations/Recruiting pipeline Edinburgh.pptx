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Recruiting pipeline Edinburgh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Nina Petrova · 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engagement survey actions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training matrix update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job description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Recruiting pipeline Edinburgh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Tobias Krüger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Mark Scott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Henrik Johansen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Recruiting pipeline Edinburgh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Recruiting pipeline Edinburgh</dc:title>
  <dc:subject/>
  <dc:creator>Nina Petrova</dc:creator>
  <cp:keywords/>
  <dc:description>generated using python-pptx</dc:description>
  <cp:lastModifiedBy>Nina Petrova</cp:lastModifiedBy>
  <cp:revision>1</cp:revision>
  <dcterms:created xsi:type="dcterms:W3CDTF">2026-06-25T10:00:00Z</dcterms:created>
  <dcterms:modified xsi:type="dcterms:W3CDTF">2026-06-25T10:00:00Z</dcterms:modified>
  <cp:category/>
</cp:coreProperties>
</file>