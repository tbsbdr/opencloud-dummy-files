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HTS-12 delivery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Kerstin Lange · November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hts-12 delivery schedule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commissioning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installation manual comments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HTS-12 delivery 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Magnus Jensen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Kasper Holm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Rasmus Sørensen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HTS-12 delivery 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HTS-12 delivery schedule</dc:title>
  <dc:subject/>
  <dc:creator>Kerstin Lange</dc:creator>
  <cp:keywords/>
  <dc:description>generated using python-pptx</dc:description>
  <cp:lastModifiedBy>Kerstin Lange</cp:lastModifiedBy>
  <cp:revision>1</cp:revision>
  <dcterms:created xsi:type="dcterms:W3CDTF">2025-11-11T10:00:00Z</dcterms:created>
  <dcterms:modified xsi:type="dcterms:W3CDTF">2025-11-11T10:00:00Z</dcterms:modified>
  <cp:category/>
</cp:coreProperties>
</file>