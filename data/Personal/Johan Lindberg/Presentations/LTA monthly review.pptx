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LTA monthly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Johan Lindberg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construction risk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lta monthly review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energy yield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LTA monthly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Gustav Eriksson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Erik Lindqvist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Nicola Clark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LTA monthly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LTA monthly review</dc:title>
  <dc:subject/>
  <dc:creator>Johan Lindberg</dc:creator>
  <cp:keywords/>
  <dc:description>generated using python-pptx</dc:description>
  <cp:lastModifiedBy>Johan Lindberg</cp:lastModifiedBy>
  <cp:revision>1</cp:revision>
  <dcterms:created xsi:type="dcterms:W3CDTF">2026-07-04T10:00:00Z</dcterms:created>
  <dcterms:modified xsi:type="dcterms:W3CDTF">2026-07-04T10:00:00Z</dcterms:modified>
  <cp:category/>
</cp:coreProperties>
</file>