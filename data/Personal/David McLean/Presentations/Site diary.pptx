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David McLean · September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traffic management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site diary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onshore cable trench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Calum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Claire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Fraser Ferguson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diary</dc:title>
  <dc:subject/>
  <dc:creator>David McLean</dc:creator>
  <cp:keywords/>
  <dc:description>generated using python-pptx</dc:description>
  <cp:lastModifiedBy>David McLean</cp:lastModifiedBy>
  <cp:revision>1</cp:revision>
  <dcterms:created xsi:type="dcterms:W3CDTF">2025-09-18T10:00:00Z</dcterms:created>
  <dcterms:modified xsi:type="dcterms:W3CDTF">2025-09-18T10:00:00Z</dcterms:modified>
  <cp:category/>
</cp:coreProperties>
</file>