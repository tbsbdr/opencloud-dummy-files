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EPC programme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Ailsa Graham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layout revision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epc programme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tracker supplier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Freya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Emma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Lewis Thomson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EPC programme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EPC programme draft</dc:title>
  <dc:subject/>
  <dc:creator>Ailsa Graham</dc:creator>
  <cp:keywords/>
  <dc:description>generated using python-pptx</dc:description>
  <cp:lastModifiedBy>Ailsa Graham</cp:lastModifiedBy>
  <cp:revision>1</cp:revision>
  <dcterms:created xsi:type="dcterms:W3CDTF">2026-01-15T10:00:00Z</dcterms:created>
  <dcterms:modified xsi:type="dcterms:W3CDTF">2026-01-15T10:00:00Z</dcterms:modified>
  <cp:category/>
</cp:coreProperties>
</file>