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Audit committee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Gareth Hughes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supervisory board meeting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strategy review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audit committee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committee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Jonas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Michael Sørensen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Silke Hamann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committee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committee questions</dc:title>
  <dc:subject/>
  <dc:creator>Gareth Hughes</dc:creator>
  <cp:keywords/>
  <dc:description>generated using python-pptx</dc:description>
  <cp:lastModifiedBy>Gareth Hughes</cp:lastModifiedBy>
  <cp:revision>1</cp:revision>
  <dcterms:created xsi:type="dcterms:W3CDTF">2026-05-05T10:00:00Z</dcterms:created>
  <dcterms:modified xsi:type="dcterms:W3CDTF">2026-05-05T10:00:00Z</dcterms:modified>
  <cp:category/>
</cp:coreProperties>
</file>