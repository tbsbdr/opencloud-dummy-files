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Photo shoot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Vikram Rossi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photo shoot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interview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translation glossary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Katharina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Jan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Calum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Photo shoot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 shoot plan</dc:title>
  <dc:subject/>
  <dc:creator>Vikram Rossi</dc:creator>
  <cp:keywords/>
  <dc:description>generated using python-pptx</dc:description>
  <cp:lastModifiedBy>Vikram Rossi</cp:lastModifiedBy>
  <cp:revision>1</cp:revision>
  <dcterms:created xsi:type="dcterms:W3CDTF">2026-06-03T10:00:00Z</dcterms:created>
  <dcterms:modified xsi:type="dcterms:W3CDTF">2026-06-03T10:00:00Z</dcterms:modified>
  <cp:category/>
</cp:coreProperties>
</file>