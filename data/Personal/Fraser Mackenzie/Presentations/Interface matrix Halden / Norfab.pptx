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Interface matrix Halden / Norfab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Fraser Mackenzie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interface matrix halden / norfab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change order co-007 assessment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turbine installation readiness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Interface matrix Halden / Norfab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Joaquín Ivanova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Liam Young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Callum Scott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Interface matrix Halden / Norfab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Interface matrix Halden / Norfab</dc:title>
  <dc:subject/>
  <dc:creator>Fraser Mackenzie</dc:creator>
  <cp:keywords/>
  <dc:description>generated using python-pptx</dc:description>
  <cp:lastModifiedBy>Fraser Mackenzie</cp:lastModifiedBy>
  <cp:revision>1</cp:revision>
  <dcterms:created xsi:type="dcterms:W3CDTF">2026-09-28T10:00:00Z</dcterms:created>
  <dcterms:modified xsi:type="dcterms:W3CDTF">2026-09-28T10:00:00Z</dcterms:modified>
  <cp:category/>
</cp:coreProperties>
</file>