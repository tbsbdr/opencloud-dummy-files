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Site visit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Lauren Duncan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site visit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planning condition queries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consultation response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visit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Kieran Watson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Catriona Thomson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Stuart McLean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visit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visit notes</dc:title>
  <dc:subject/>
  <dc:creator>Lauren Duncan</dc:creator>
  <cp:keywords/>
  <dc:description>generated using python-pptx</dc:description>
  <cp:lastModifiedBy>Lauren Duncan</cp:lastModifiedBy>
  <cp:revision>1</cp:revision>
  <dcterms:created xsi:type="dcterms:W3CDTF">2026-08-27T10:00:00Z</dcterms:created>
  <dcterms:modified xsi:type="dcterms:W3CDTF">2026-08-27T10:00:00Z</dcterms:modified>
  <cp:category/>
</cp:coreProperties>
</file>