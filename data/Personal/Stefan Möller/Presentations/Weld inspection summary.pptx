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Weld inspection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Stefan Möller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weld inspection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monopile fabrication status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transition piece delivery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Weld inspection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Stefan Bauer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Tobias Meyer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Jan Bauer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Weld inspection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Weld inspection summary</dc:title>
  <dc:subject/>
  <dc:creator>Stefan Möller</dc:creator>
  <cp:keywords/>
  <dc:description>generated using python-pptx</dc:description>
  <cp:lastModifiedBy>Stefan Möller</cp:lastModifiedBy>
  <cp:revision>1</cp:revision>
  <dcterms:created xsi:type="dcterms:W3CDTF">2026-09-29T10:00:00Z</dcterms:created>
  <dcterms:modified xsi:type="dcterms:W3CDTF">2026-09-29T10:00:00Z</dcterms:modified>
  <cp:category/>
</cp:coreProperties>
</file>