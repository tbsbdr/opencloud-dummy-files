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Press release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Omar Novak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press release draft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powering the north content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website news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Press release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Mateo Yilmaz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Aisha Sato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Ailsa Scott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Press release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Press release draft</dc:title>
  <dc:subject/>
  <dc:creator>Omar Novak</dc:creator>
  <cp:keywords/>
  <dc:description>generated using python-pptx</dc:description>
  <cp:lastModifiedBy>Omar Novak</cp:lastModifiedBy>
  <cp:revision>1</cp:revision>
  <dcterms:created xsi:type="dcterms:W3CDTF">2026-01-23T10:00:00Z</dcterms:created>
  <dcterms:modified xsi:type="dcterms:W3CDTF">2026-01-23T10:00:00Z</dcterms:modified>
  <cp:category/>
</cp:coreProperties>
</file>