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T-07 gearbox 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Leila Haddad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spare parts min/max levels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t-07 gearbox lessons learned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control room handover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T-07 gearbox lessons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Oliver Kennedy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Ella Smith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Hamish Mitchell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T-07 gearbox lessons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T-07 gearbox lessons learned</dc:title>
  <dc:subject/>
  <dc:creator>Leila Haddad</dc:creator>
  <cp:keywords/>
  <dc:description>generated using python-pptx</dc:description>
  <cp:lastModifiedBy>Leila Haddad</cp:lastModifiedBy>
  <cp:revision>1</cp:revision>
  <dcterms:created xsi:type="dcterms:W3CDTF">2026-10-03T10:00:00Z</dcterms:created>
  <dcterms:modified xsi:type="dcterms:W3CDTF">2026-10-03T10:00:00Z</dcterms:modified>
  <cp:category/>
</cp:coreProperties>
</file>