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Covenant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Hannah Brockmann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drawdown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covenant monitoring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lender meeting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Covenant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Lisa Zimmermann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Katharina 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Florian Bauer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Covenant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Covenant monitoring</dc:title>
  <dc:subject/>
  <dc:creator>Hannah Brockmann</dc:creator>
  <cp:keywords/>
  <dc:description>generated using python-pptx</dc:description>
  <cp:lastModifiedBy>Hannah Brockmann</cp:lastModifiedBy>
  <cp:revision>1</cp:revision>
  <dcterms:created xsi:type="dcterms:W3CDTF">2026-08-11T10:00:00Z</dcterms:created>
  <dcterms:modified xsi:type="dcterms:W3CDTF">2026-08-11T10:00:00Z</dcterms:modified>
  <cp:category/>
</cp:coreProperties>
</file>