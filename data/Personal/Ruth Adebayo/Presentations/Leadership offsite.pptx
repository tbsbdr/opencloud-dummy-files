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Leadership offsite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Ruth Adebayo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board pack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strategy 2030 workstreams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investor meeting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Leadership offsite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Paul Wagner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James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Dr. Amara Okafor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Leadership offsite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Leadership offsite</dc:title>
  <dc:subject/>
  <dc:creator>Ruth Adebayo</dc:creator>
  <cp:keywords/>
  <dc:description>generated using python-pptx</dc:description>
  <cp:lastModifiedBy>Ruth Adebayo</cp:lastModifiedBy>
  <cp:revision>1</cp:revision>
  <dcterms:created xsi:type="dcterms:W3CDTF">2026-10-01T10:00:00Z</dcterms:created>
  <dcterms:modified xsi:type="dcterms:W3CDTF">2026-10-01T10:00:00Z</dcterms:modified>
  <cp:category/>
</cp:coreProperties>
</file>