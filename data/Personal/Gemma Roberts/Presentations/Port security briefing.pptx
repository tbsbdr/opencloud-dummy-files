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Port security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Gemma Roberts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port security briefing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quay load assessment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berth 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Port security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Grace Hamilton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Emma Ferguson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Calum Mitchell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Port security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 security briefing</dc:title>
  <dc:subject/>
  <dc:creator>Gemma Roberts</dc:creator>
  <cp:keywords/>
  <dc:description>generated using python-pptx</dc:description>
  <cp:lastModifiedBy>Gemma Roberts</cp:lastModifiedBy>
  <cp:revision>1</cp:revision>
  <dcterms:created xsi:type="dcterms:W3CDTF">2026-09-17T10:00:00Z</dcterms:created>
  <dcterms:modified xsi:type="dcterms:W3CDTF">2026-09-17T10:00:00Z</dcterms:modified>
  <cp:category/>
</cp:coreProperties>
</file>