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Harrow Bay monopile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Craig Jones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weekly progress report inputs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port of eastholm laydown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interface matrix halden / norfab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monopile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Lena Weber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Anna Klein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Eilidh Wright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monopile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Harrow Bay monopile campaign</dc:title>
  <dc:subject/>
  <dc:creator>Craig Jones</dc:creator>
  <cp:keywords/>
  <dc:description>generated using python-pptx</dc:description>
  <cp:lastModifiedBy>Craig Jones</cp:lastModifiedBy>
  <cp:revision>1</cp:revision>
  <dcterms:created xsi:type="dcterms:W3CDTF">2026-10-01T10:00:00Z</dcterms:created>
  <dcterms:modified xsi:type="dcterms:W3CDTF">2026-10-01T10:00:00Z</dcterms:modified>
  <cp:category/>
</cp:coreProperties>
</file>