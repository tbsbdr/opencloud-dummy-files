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Elena and the Harrow Bay team – they are in row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vestor-monopile-installation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Who will build it – and how long will it last?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Dr. Amara Okafor · North Sea Energy Summit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600">
                <a:solidFill>
                  <a:srgbClr val="FFFFFF"/>
                </a:solidFill>
                <a:latin typeface="Arial"/>
              </a:rPr>
              <a:t>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E8F6F6"/>
                </a:solidFill>
                <a:latin typeface="Arial"/>
              </a:rPr>
              <a:t>Supply chains are critical infrastructure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One failed test = 8 weeks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Factory test did exactly what it should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Campaign resequenced in days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Europe needs more cable factories, vessels and 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Who will build 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600">
                <a:solidFill>
                  <a:srgbClr val="FFFFFF"/>
                </a:solidFill>
                <a:latin typeface="Arial"/>
              </a:rPr>
              <a:t>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E8F6F6"/>
                </a:solidFill>
                <a:latin typeface="Arial"/>
              </a:rPr>
              <a:t>Heavy industry and renewables, building together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150 MW for green steel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WE-PPA-2026-004 – 15 years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~590 GWh per year from 2028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5 MW electrolyser at Port of Eastholm</a:t>
            </a:r>
          </a:p>
        </p:txBody>
      </p:sp>
      <p:pic>
        <p:nvPicPr>
          <p:cNvPr id="5" name="Picture 4" descr="investor-green-steel.jpg"/>
          <p:cNvPicPr>
            <a:picLocks noChangeAspect="1"/>
          </p:cNvPicPr>
          <p:nvPr/>
        </p:nvPicPr>
        <p:blipFill>
          <a:blip r:embed="rId2"/>
          <a:srcRect l="12361" r="12361"/>
          <a:stretch>
            <a:fillRect/>
          </a:stretch>
        </p:blipFill>
        <p:spPr>
          <a:xfrm>
            <a:off x="6583680" y="1645920"/>
            <a:ext cx="5059375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Who will build 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600">
                <a:solidFill>
                  <a:srgbClr val="FFFFFF"/>
                </a:solidFill>
                <a:latin typeface="Arial"/>
              </a:rPr>
              <a:t>Last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E8F6F6"/>
                </a:solidFill>
                <a:latin typeface="Arial"/>
              </a:rPr>
              <a:t>Neighbours for the whole lifetime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B3C5D"/>
                </a:solidFill>
                <a:latin typeface="Arial"/>
              </a:rPr>
              <a:t>“Every near miss is a gift”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600">
                <a:solidFill>
                  <a:srgbClr val="1FA2A6"/>
                </a:solidFill>
                <a:latin typeface="Arial"/>
              </a:rPr>
              <a:t>— Pause 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Who will build 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Clean power, built to last.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Booth B4.210 – come and knock on the steel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Who will build it?</dc:title>
  <dc:subject/>
  <dc:creator>Dr. Amara Okafor</dc:creator>
  <cp:keywords/>
  <dc:description>generated using python-pptx</dc:description>
  <cp:lastModifiedBy>Dr. Amara Okafor</cp:lastModifiedBy>
  <cp:revision>1</cp:revision>
  <dcterms:created xsi:type="dcterms:W3CDTF">2026-09-10T10:00:00Z</dcterms:created>
  <dcterms:modified xsi:type="dcterms:W3CDTF">2026-09-20T10:00:00Z</dcterms:modified>
  <cp:category/>
</cp:coreProperties>
</file>