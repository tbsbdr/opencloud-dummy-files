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Met mast data QA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Isla Wilson ·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met mast data qa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array cable routing options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design basis review comments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Met mast data QA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Andreas Schmidt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Maja Andersson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Thomas Mortensen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Met mast data QA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 mast data QA</dc:title>
  <dc:subject/>
  <dc:creator>Isla Wilson</dc:creator>
  <cp:keywords/>
  <dc:description>generated using python-pptx</dc:description>
  <cp:lastModifiedBy>Isla Wilson</cp:lastModifiedBy>
  <cp:revision>1</cp:revision>
  <dcterms:created xsi:type="dcterms:W3CDTF">2026-09-30T10:00:00Z</dcterms:created>
  <dcterms:modified xsi:type="dcterms:W3CDTF">2026-09-30T10:00:00Z</dcterms:modified>
  <cp:category/>
</cp:coreProperties>
</file>