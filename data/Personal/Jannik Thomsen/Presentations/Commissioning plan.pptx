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Jannik Thomsen · May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commissioning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hts-12 delivery 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Commissioning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Kerstin Lange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Freja Lund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Tine Hansen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Commissioning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Commissioning plan</dc:title>
  <dc:subject/>
  <dc:creator>Jannik Thomsen</dc:creator>
  <cp:keywords/>
  <dc:description>generated using python-pptx</dc:description>
  <cp:lastModifiedBy>Jannik Thomsen</cp:lastModifiedBy>
  <cp:revision>1</cp:revision>
  <dcterms:created xsi:type="dcterms:W3CDTF">2026-05-15T10:00:00Z</dcterms:created>
  <dcterms:modified xsi:type="dcterms:W3CDTF">2026-05-15T10:00:00Z</dcterms:modified>
  <cp:category/>
</cp:coreProperties>
</file>