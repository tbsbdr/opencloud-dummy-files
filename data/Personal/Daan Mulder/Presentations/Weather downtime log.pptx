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Weather downtime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Daan Mulder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mv sea atlas daily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lift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weather downtime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Weather downtime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Femke van den 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Maarten Visser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Sanne Smit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Weather downtime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downtime log</dc:title>
  <dc:subject/>
  <dc:creator>Daan Mulder</dc:creator>
  <cp:keywords/>
  <dc:description>generated using python-pptx</dc:description>
  <cp:lastModifiedBy>Daan Mulder</cp:lastModifiedBy>
  <cp:revision>1</cp:revision>
  <dcterms:created xsi:type="dcterms:W3CDTF">2026-05-22T10:00:00Z</dcterms:created>
  <dcterms:modified xsi:type="dcterms:W3CDTF">2026-05-22T10:00:00Z</dcterms:modified>
  <cp:category/>
</cp:coreProperties>
</file>