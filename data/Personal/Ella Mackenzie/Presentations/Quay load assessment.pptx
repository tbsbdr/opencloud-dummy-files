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Quay load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Ella Mackenzie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security briefing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berth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quay load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Quay load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Callum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Fraser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Lewis Robertson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Quay load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Quay load assessment</dc:title>
  <dc:subject/>
  <dc:creator>Ella Mackenzie</dc:creator>
  <cp:keywords/>
  <dc:description>generated using python-pptx</dc:description>
  <cp:lastModifiedBy>Ella Mackenzie</cp:lastModifiedBy>
  <cp:revision>1</cp:revision>
  <dcterms:created xsi:type="dcterms:W3CDTF">2026-09-18T10:00:00Z</dcterms:created>
  <dcterms:modified xsi:type="dcterms:W3CDTF">2026-09-18T10:00:00Z</dcterms:modified>
  <cp:category/>
</cp:coreProperties>
</file>