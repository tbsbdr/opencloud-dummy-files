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Connection offer clarifications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Yusuf Silva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protection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connection offer clarifications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outage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Connection offer clarifications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Luca Demir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Robert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Neil Kerr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Connection offer clarifications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Connection offer clarifications</dc:title>
  <dc:subject/>
  <dc:creator>Yusuf Silva</dc:creator>
  <cp:keywords/>
  <dc:description>generated using python-pptx</dc:description>
  <cp:lastModifiedBy>Yusuf Silva</cp:lastModifiedBy>
  <cp:revision>1</cp:revision>
  <dcterms:created xsi:type="dcterms:W3CDTF">2026-08-11T10:00:00Z</dcterms:created>
  <dcterms:modified xsi:type="dcterms:W3CDTF">2026-08-11T10:00:00Z</dcterms:modified>
  <cp:category/>
</cp:coreProperties>
</file>