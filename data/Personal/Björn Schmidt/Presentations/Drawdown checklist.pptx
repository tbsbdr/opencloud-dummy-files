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Drawdown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Björn Schmidt · August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covenant monitoring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drawdown checklist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lender meeting 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Drawdown checklist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Confirm dates with Philipp Koch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Lisa Zimmermann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Christian Becker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Drawdown checklist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Drawdown checklist</dc:title>
  <dc:subject/>
  <dc:creator>Björn Schmidt</dc:creator>
  <cp:keywords/>
  <dc:description>generated using python-pptx</dc:description>
  <cp:lastModifiedBy>Björn Schmidt</cp:lastModifiedBy>
  <cp:revision>1</cp:revision>
  <dcterms:created xsi:type="dcterms:W3CDTF">2026-08-25T10:00:00Z</dcterms:created>
  <dcterms:modified xsi:type="dcterms:W3CDTF">2026-08-25T10:00:00Z</dcterms:modified>
  <cp:category/>
</cp:coreProperties>
</file>