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request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Michael Schwarz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month-end close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drawdown request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cost centre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Emre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Diego Rossi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Emil Kristensen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request preparation</dc:title>
  <dc:subject/>
  <dc:creator>Michael Schwarz</dc:creator>
  <cp:keywords/>
  <dc:description>generated using python-pptx</dc:description>
  <cp:lastModifiedBy>Michael Schwarz</cp:lastModifiedBy>
  <cp:revision>1</cp:revision>
  <dcterms:created xsi:type="dcterms:W3CDTF">2026-09-29T10:00:00Z</dcterms:created>
  <dcterms:modified xsi:type="dcterms:W3CDTF">2026-09-29T10:00:00Z</dcterms:modified>
  <cp:category/>
</cp:coreProperties>
</file>