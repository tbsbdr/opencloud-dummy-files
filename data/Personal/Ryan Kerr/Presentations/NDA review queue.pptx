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NDA review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Ryan Kerr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ppa we-ppa-2026-004 obligations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contract register clean-up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severn delay notice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NDA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Antje Friedrich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Sophie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Freya Watson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NDA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NDA review queue</dc:title>
  <dc:subject/>
  <dc:creator>Ryan Kerr</dc:creator>
  <cp:keywords/>
  <dc:description>generated using python-pptx</dc:description>
  <cp:lastModifiedBy>Ryan Kerr</cp:lastModifiedBy>
  <cp:revision>1</cp:revision>
  <dcterms:created xsi:type="dcterms:W3CDTF">2026-09-10T10:00:00Z</dcterms:created>
  <dcterms:modified xsi:type="dcterms:W3CDTF">2026-09-10T10:00:00Z</dcterms:modified>
  <cp:category/>
</cp:coreProperties>
</file>