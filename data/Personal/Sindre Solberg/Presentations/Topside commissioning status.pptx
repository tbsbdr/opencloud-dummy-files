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Topside commissioning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Sindre Solberg ·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hb-oss punch list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topside commissioning status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jacket inspection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Håkon Lie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Marte Johansen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Gordon Kerr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Topside commissioning status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Topside commissioning status</dc:title>
  <dc:subject/>
  <dc:creator>Sindre Solberg</dc:creator>
  <cp:keywords/>
  <dc:description>generated using python-pptx</dc:description>
  <cp:lastModifiedBy>Sindre Solberg</cp:lastModifiedBy>
  <cp:revision>1</cp:revision>
  <dcterms:created xsi:type="dcterms:W3CDTF">2026-06-27T10:00:00Z</dcterms:created>
  <dcterms:modified xsi:type="dcterms:W3CDTF">2026-06-27T10:00:00Z</dcterms:modified>
  <cp:category/>
</cp:coreProperties>
</file>