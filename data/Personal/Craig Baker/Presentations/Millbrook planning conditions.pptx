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Craig Baker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planning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Freya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Elena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Anna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planning conditions</dc:title>
  <dc:subject/>
  <dc:creator>Craig Baker</dc:creator>
  <cp:keywords/>
  <dc:description>generated using python-pptx</dc:description>
  <cp:lastModifiedBy>Craig Baker</cp:lastModifiedBy>
  <cp:revision>1</cp:revision>
  <dcterms:created xsi:type="dcterms:W3CDTF">2026-07-29T10:00:00Z</dcterms:created>
  <dcterms:modified xsi:type="dcterms:W3CDTF">2026-07-29T10:00:00Z</dcterms:modified>
  <cp:category/>
</cp:coreProperties>
</file>