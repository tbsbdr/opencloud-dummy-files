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Green steel offtake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Kwame Esposito ·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green steel offtake profile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electrolyser site requirements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ppa invoicing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Green steel offtake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Michael Lehmann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Florian Vogel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Theresa Dittmer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Green steel offtake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steel offtake profile</dc:title>
  <dc:subject/>
  <dc:creator>Kwame Esposito</dc:creator>
  <cp:keywords/>
  <dc:description>generated using python-pptx</dc:description>
  <cp:lastModifiedBy>Kwame Esposito</cp:lastModifiedBy>
  <cp:revision>1</cp:revision>
  <dcterms:created xsi:type="dcterms:W3CDTF">2026-02-25T10:00:00Z</dcterms:created>
  <dcterms:modified xsi:type="dcterms:W3CDTF">2026-02-25T10:00:00Z</dcterms:modified>
  <cp:category/>
</cp:coreProperties>
</file>