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Green steel offtake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Julia Weber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electrolyser site requirements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ppa invoicing questions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green steel offtake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Green steel offtake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Sören Wolf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Kai Brockmann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Michael Lehmann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Green steel offtake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steel offtake profile</dc:title>
  <dc:subject/>
  <dc:creator>Julia Weber</dc:creator>
  <cp:keywords/>
  <dc:description>generated using python-pptx</dc:description>
  <cp:lastModifiedBy>Julia Weber</cp:lastModifiedBy>
  <cp:revision>1</cp:revision>
  <dcterms:created xsi:type="dcterms:W3CDTF">2026-08-18T10:00:00Z</dcterms:created>
  <dcterms:modified xsi:type="dcterms:W3CDTF">2026-08-18T10:00:00Z</dcterms:modified>
  <cp:category/>
</cp:coreProperties>
</file>