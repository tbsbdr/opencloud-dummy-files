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Audit PBC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Hendrik Jürgens ·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audit pbc list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drawdown request preparation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month-end close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Audit PBC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Gordon Anderson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Hendrik Richter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Diego Rossi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Audit PBC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Audit PBC list</dc:title>
  <dc:subject/>
  <dc:creator>Hendrik Jürgens</dc:creator>
  <cp:keywords/>
  <dc:description>generated using python-pptx</dc:description>
  <cp:lastModifiedBy>Hendrik Jürgens</cp:lastModifiedBy>
  <cp:revision>1</cp:revision>
  <dcterms:created xsi:type="dcterms:W3CDTF">2026-08-09T10:00:00Z</dcterms:created>
  <dcterms:modified xsi:type="dcterms:W3CDTF">2026-08-09T10:00:00Z</dcterms:modified>
  <cp:category/>
</cp:coreProperties>
</file>