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Consent condition tracker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Rosie Grant · November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consent condition tracker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marine licence variation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fenwick grid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Consent condition tracker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Review comments from Duncan Macdonald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Share draft with Leila Garcia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Book follow-up meeting with Nicola Smith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Consent condition tracker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Consent condition tracker</dc:title>
  <dc:subject/>
  <dc:creator>Rosie Grant</dc:creator>
  <cp:keywords/>
  <dc:description>generated using python-pptx</dc:description>
  <cp:lastModifiedBy>Rosie Grant</cp:lastModifiedBy>
  <cp:revision>1</cp:revision>
  <dcterms:created xsi:type="dcterms:W3CDTF">2025-11-11T10:00:00Z</dcterms:created>
  <dcterms:modified xsi:type="dcterms:W3CDTF">2025-11-11T10:00:00Z</dcterms:modified>
  <cp:category/>
</cp:coreProperties>
</file>